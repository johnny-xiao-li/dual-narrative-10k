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24"/>
  </p:normalViewPr>
  <p:slideViewPr>
    <p:cSldViewPr snapToGrid="0">
      <p:cViewPr>
        <p:scale>
          <a:sx n="189" d="100"/>
          <a:sy n="189" d="100"/>
        </p:scale>
        <p:origin x="2560" y="1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3DC4F-04AE-9B43-3564-040ACA6AA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7E3DE1-EDB9-8A21-A45D-1A5FE51FC8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CD75C-8FE8-7BE3-0B86-29676E20F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525EA-0610-BC43-B8C4-7AB3C20F671B}" type="datetimeFigureOut">
              <a:rPr lang="en-CN" smtClean="0"/>
              <a:t>2025/7/23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D7759-4EF1-A4B8-3A4B-0FD840A5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62789-589C-099D-961C-977A8C527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0D1-3163-FE41-BA81-6148E500387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53701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32F64-7AF7-7AFA-26C5-A3AECA6C4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FFB2C-E2DB-7F81-1A57-409C59CF6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C037E-87EF-C6E7-5B34-09B138637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525EA-0610-BC43-B8C4-7AB3C20F671B}" type="datetimeFigureOut">
              <a:rPr lang="en-CN" smtClean="0"/>
              <a:t>2025/7/23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1020FA-B594-2EE6-FBB3-47DD0A038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4D513-412C-6493-BECC-992C178C6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0D1-3163-FE41-BA81-6148E500387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5839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B499-8DEE-FDD6-D0B6-4E59A33AD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478ECE-B825-B767-3332-6A34AE63E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0EE9D-FAFA-C500-0F74-BCB38AC1A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525EA-0610-BC43-B8C4-7AB3C20F671B}" type="datetimeFigureOut">
              <a:rPr lang="en-CN" smtClean="0"/>
              <a:t>2025/7/23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A7147-D691-C365-9F0D-1D9908930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F7A76-5206-4118-F700-7582B15A0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0D1-3163-FE41-BA81-6148E500387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61868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F81FA-DB00-457F-A268-86CCFCF3C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3FB8A-F268-8F38-2A1B-4EB0192A8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A9D789-F85F-86B4-4337-48E6669DF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F2262-2CA4-86FD-9904-180C93190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525EA-0610-BC43-B8C4-7AB3C20F671B}" type="datetimeFigureOut">
              <a:rPr lang="en-CN" smtClean="0"/>
              <a:t>2025/7/23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50197-13EC-5AD5-7D0C-AA4CBE79A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4E4A5-D57A-2EE6-70A5-C307F516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0D1-3163-FE41-BA81-6148E500387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6844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BBC75-EC0B-DAB6-D405-B0B17F188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22A80-BFF3-E76E-388A-3D9D04270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68881A-739E-C03E-99C1-BC8459DAE6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59CF42-2F2A-197B-D296-1093C7CB9A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50CED5-AA48-08B4-4F17-D21EAAC19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E45B22-AC00-1E5E-ACA5-50DE6889D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525EA-0610-BC43-B8C4-7AB3C20F671B}" type="datetimeFigureOut">
              <a:rPr lang="en-CN" smtClean="0"/>
              <a:t>2025/7/23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4E01DE-31BD-3767-19F6-43616A2E6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7A4730-493F-2587-6081-DD01EED1C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0D1-3163-FE41-BA81-6148E500387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81182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DBC13-0CE5-10F1-56CC-A7949B0E8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F575E3-B957-B0BF-3055-88919DB2F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525EA-0610-BC43-B8C4-7AB3C20F671B}" type="datetimeFigureOut">
              <a:rPr lang="en-CN" smtClean="0"/>
              <a:t>2025/7/23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1080C4-01C9-A9E4-E154-3BB05958A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22D07-2926-FC59-ECAB-765FF585C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0D1-3163-FE41-BA81-6148E500387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09877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C7A041-46F0-7A9C-9549-FD6335F99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525EA-0610-BC43-B8C4-7AB3C20F671B}" type="datetimeFigureOut">
              <a:rPr lang="en-CN" smtClean="0"/>
              <a:t>2025/7/23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52DF3A-1C6C-AD1C-2FB4-99A030027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C8A03-6121-DDB9-AF4F-ECBFA435A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0D1-3163-FE41-BA81-6148E500387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84589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89986-7257-E219-4C5B-5E905AAA9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DF34A-5A39-334C-A198-B1BF8655F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52D5BD-EF49-F100-98D8-1E8019A31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2687CC-5356-343C-5D6C-24D667066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525EA-0610-BC43-B8C4-7AB3C20F671B}" type="datetimeFigureOut">
              <a:rPr lang="en-CN" smtClean="0"/>
              <a:t>2025/7/23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F4AD67-79DC-FE16-78D4-0F87832BC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A4762-350B-4166-9457-758C16FF4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0D1-3163-FE41-BA81-6148E500387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23931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1CE8A-5F38-4DDE-AC6E-693604F3F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77221F-395B-D160-55F6-6824D3B793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9A1871-DDA0-0E7F-F88C-2637453771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133940-A930-B8DB-E89C-2FE52B92B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525EA-0610-BC43-B8C4-7AB3C20F671B}" type="datetimeFigureOut">
              <a:rPr lang="en-CN" smtClean="0"/>
              <a:t>2025/7/23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27489-60BE-7ECF-884F-572C28247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FAD54-A46A-33A2-B573-A86F9A657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0D1-3163-FE41-BA81-6148E500387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264486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B0774-17AC-F08E-186D-76B29D5A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19901C-7565-65AC-3786-B446EAB352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3BAEB-A5D2-8883-66B8-8A109E79A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525EA-0610-BC43-B8C4-7AB3C20F671B}" type="datetimeFigureOut">
              <a:rPr lang="en-CN" smtClean="0"/>
              <a:t>2025/7/23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96749-E7D7-4230-D955-C23B325B4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13D90-1CB4-D64B-F9B4-60AC9E611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0D1-3163-FE41-BA81-6148E500387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92644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C047F6-7391-C467-2D5F-F3AD0E18E1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7A7229-539D-7FE0-BDCD-621B7B012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00353-AAE5-4470-806F-B0E536132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525EA-0610-BC43-B8C4-7AB3C20F671B}" type="datetimeFigureOut">
              <a:rPr lang="en-CN" smtClean="0"/>
              <a:t>2025/7/23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B5DB9-1C90-6DED-0D8B-76E0A20DE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8E1D9-8E3D-D5FD-A12D-44BD3BA3C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2B60D1-3163-FE41-BA81-6148E500387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96652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9B7F7D-2ECF-02A3-BCE2-93BDA62FE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B7F32C-CC1D-A1DE-BC53-2658A79A1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1A977-10C2-7C14-FDF5-77E6552550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2525EA-0610-BC43-B8C4-7AB3C20F671B}" type="datetimeFigureOut">
              <a:rPr lang="en-CN" smtClean="0"/>
              <a:t>2025/7/23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FA3F6B-50DF-DE6B-AA1A-2D82AD2074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3A4740-D711-EE23-1575-F0B3983C9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2B60D1-3163-FE41-BA81-6148E5003870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582576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495196C-EB2B-A9B4-49E7-17E318EA44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38200"/>
            <a:ext cx="7772400" cy="5181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E523AB5-13C7-7502-D4B0-CFA828012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223" y="954579"/>
            <a:ext cx="3268842" cy="217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5667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4F4001C-FFD8-BB34-FEB8-52EF5A367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38200"/>
            <a:ext cx="7772400" cy="5181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1E6DEE-F6CB-1ACC-2ACA-4B1DD73BFA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585" y="957818"/>
            <a:ext cx="3291840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139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2FA739C-2397-ABE1-E49D-9B6C93D906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38200"/>
            <a:ext cx="7772400" cy="5181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20ADC4F-FDA5-8616-E7CA-F523F1C2026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0931" y="1080443"/>
            <a:ext cx="3103943" cy="206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164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6762D81-9EF2-1FDE-9E01-1C36CEAD10DA}"/>
              </a:ext>
            </a:extLst>
          </p:cNvPr>
          <p:cNvGrpSpPr/>
          <p:nvPr/>
        </p:nvGrpSpPr>
        <p:grpSpPr>
          <a:xfrm>
            <a:off x="643467" y="1664092"/>
            <a:ext cx="10589066" cy="3531600"/>
            <a:chOff x="643467" y="1664092"/>
            <a:chExt cx="10589066" cy="3531600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9A7F52E-DFE0-DC66-E087-300D75AE3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3467" y="1664092"/>
              <a:ext cx="5291666" cy="352981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61B6AEF-7B12-C0A1-842B-B64576298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5133" y="1664092"/>
              <a:ext cx="5297400" cy="3531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89946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9B6FFBF1-FA9A-570F-3D93-F3759B48CAA4}"/>
              </a:ext>
            </a:extLst>
          </p:cNvPr>
          <p:cNvGrpSpPr/>
          <p:nvPr/>
        </p:nvGrpSpPr>
        <p:grpSpPr>
          <a:xfrm>
            <a:off x="500332" y="622540"/>
            <a:ext cx="11082068" cy="5486400"/>
            <a:chOff x="500332" y="622540"/>
            <a:chExt cx="11082068" cy="54864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41C28B4-1C6D-C670-003F-53321CD93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0332" y="622540"/>
              <a:ext cx="5486400" cy="54864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9571A5F-3D03-F265-A196-1F0EF5F569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96000" y="622540"/>
              <a:ext cx="5486400" cy="5486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8582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4ED2A81-5FDB-69F2-9F54-3B9625A5D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026" y="868680"/>
            <a:ext cx="7680960" cy="51206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6401071-6FD8-95DE-67DD-BB34AA396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897" y="1154788"/>
            <a:ext cx="2887870" cy="1925247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  <a:prstDash val="dashDot"/>
          </a:ln>
        </p:spPr>
      </p:pic>
    </p:spTree>
    <p:extLst>
      <p:ext uri="{BB962C8B-B14F-4D97-AF65-F5344CB8AC3E}">
        <p14:creationId xmlns:p14="http://schemas.microsoft.com/office/powerpoint/2010/main" val="603810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1B27E-7A89-5729-03BD-C14FA3812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34B2D79-E79E-4FFC-500D-DCF32E85B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026" y="868680"/>
            <a:ext cx="7680960" cy="51206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89871F-15C3-B023-D249-F349171255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2410" y="1129190"/>
            <a:ext cx="2888999" cy="1925999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  <a:prstDash val="dashDot"/>
          </a:ln>
        </p:spPr>
      </p:pic>
    </p:spTree>
    <p:extLst>
      <p:ext uri="{BB962C8B-B14F-4D97-AF65-F5344CB8AC3E}">
        <p14:creationId xmlns:p14="http://schemas.microsoft.com/office/powerpoint/2010/main" val="4203627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0B8B2-39FE-5A7E-06D3-FC5249313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DA8ECFA-B944-ED0B-FD56-1033FC77C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026" y="868680"/>
            <a:ext cx="7680960" cy="51206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81FAC1-4F5B-E1DE-E87C-79F146F80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800" y="1155600"/>
            <a:ext cx="2888999" cy="1925999"/>
          </a:xfrm>
          <a:prstGeom prst="rect">
            <a:avLst/>
          </a:prstGeom>
          <a:ln w="12700">
            <a:solidFill>
              <a:schemeClr val="tx1"/>
            </a:solidFill>
            <a:prstDash val="dashDot"/>
          </a:ln>
        </p:spPr>
      </p:pic>
    </p:spTree>
    <p:extLst>
      <p:ext uri="{BB962C8B-B14F-4D97-AF65-F5344CB8AC3E}">
        <p14:creationId xmlns:p14="http://schemas.microsoft.com/office/powerpoint/2010/main" val="2041708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D873E-045B-9BE6-F2BC-102E0E4F8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F5B9A1A-AECC-8276-816A-852F53CD36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6600" y="869400"/>
            <a:ext cx="7678800" cy="5119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6956B5-5B80-93C4-4DCC-E1FFA943C0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1758" y="1131680"/>
            <a:ext cx="2945200" cy="196346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8012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A23AC-1A72-2574-C622-F602FEAF4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59C46C-6B7E-8D4E-9249-22096CFB5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77174"/>
            <a:ext cx="7772400" cy="5181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7EBD55-114F-4308-DBF0-65C6A7F4853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5769" y="952013"/>
            <a:ext cx="2943000" cy="1962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43570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60140-DD2B-468F-5ABE-65D926F16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99BDBDB5-184F-549A-3DE3-01272BEDE22A}"/>
              </a:ext>
            </a:extLst>
          </p:cNvPr>
          <p:cNvGrpSpPr/>
          <p:nvPr/>
        </p:nvGrpSpPr>
        <p:grpSpPr>
          <a:xfrm>
            <a:off x="2209800" y="838200"/>
            <a:ext cx="7772400" cy="5181600"/>
            <a:chOff x="2209800" y="838200"/>
            <a:chExt cx="7772400" cy="5181600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98C4A05-48AE-69E0-1287-F8FDA6D61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838200"/>
              <a:ext cx="7772400" cy="51816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9530B29-862A-F197-630A-55A7661922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10351" y="1096657"/>
              <a:ext cx="3240882" cy="1994389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2355851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60479-1A0C-89FD-F05F-EF21DF1CC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7619A8F-B064-4CF7-7FDB-34725EB8ABEF}"/>
              </a:ext>
            </a:extLst>
          </p:cNvPr>
          <p:cNvGrpSpPr/>
          <p:nvPr/>
        </p:nvGrpSpPr>
        <p:grpSpPr>
          <a:xfrm>
            <a:off x="2209800" y="838200"/>
            <a:ext cx="7772400" cy="5181600"/>
            <a:chOff x="2209800" y="838200"/>
            <a:chExt cx="7772400" cy="51816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B5DEBC4-4D87-081B-0833-930820CEB9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838200"/>
              <a:ext cx="7772400" cy="51816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DE49BD7-A2B1-F576-D751-7975A756C2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31120" y="1109064"/>
              <a:ext cx="3221597" cy="1982521"/>
            </a:xfrm>
            <a:prstGeom prst="rect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C279814-854D-3E36-2316-BFF46FD7CEBF}"/>
                </a:ext>
              </a:extLst>
            </p:cNvPr>
            <p:cNvSpPr txBox="1"/>
            <p:nvPr/>
          </p:nvSpPr>
          <p:spPr>
            <a:xfrm>
              <a:off x="9399659" y="1109064"/>
              <a:ext cx="45397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CN" b="1" dirty="0"/>
                <a:t>(b)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8700D5-EBA8-D455-1536-A70E9136DF4B}"/>
                </a:ext>
              </a:extLst>
            </p:cNvPr>
            <p:cNvSpPr txBox="1"/>
            <p:nvPr/>
          </p:nvSpPr>
          <p:spPr>
            <a:xfrm>
              <a:off x="9399659" y="5564270"/>
              <a:ext cx="442172" cy="36933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CN" b="1" dirty="0"/>
                <a:t>(a)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7551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2AF2C88-E263-936C-BEF1-54F5F6A47C75}"/>
              </a:ext>
            </a:extLst>
          </p:cNvPr>
          <p:cNvGrpSpPr/>
          <p:nvPr/>
        </p:nvGrpSpPr>
        <p:grpSpPr>
          <a:xfrm>
            <a:off x="952500" y="0"/>
            <a:ext cx="10287000" cy="6858000"/>
            <a:chOff x="888627" y="0"/>
            <a:chExt cx="10287000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6072F51-9E3D-EBC0-B74C-03B9432EC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88627" y="0"/>
              <a:ext cx="5143500" cy="6858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FA9FCF3-7591-9BC6-4C78-2BC2CBDDF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32127" y="0"/>
              <a:ext cx="5143500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05704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2799</TotalTime>
  <Words>6</Words>
  <Application>Microsoft Macintosh PowerPoint</Application>
  <PresentationFormat>Widescreen</PresentationFormat>
  <Paragraphs>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 Li</dc:creator>
  <cp:lastModifiedBy>Xiao Li</cp:lastModifiedBy>
  <cp:revision>1</cp:revision>
  <dcterms:created xsi:type="dcterms:W3CDTF">2025-07-23T13:29:48Z</dcterms:created>
  <dcterms:modified xsi:type="dcterms:W3CDTF">2025-07-25T12:09:27Z</dcterms:modified>
</cp:coreProperties>
</file>