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7F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8"/>
    <p:restoredTop sz="94624"/>
  </p:normalViewPr>
  <p:slideViewPr>
    <p:cSldViewPr snapToGrid="0">
      <p:cViewPr>
        <p:scale>
          <a:sx n="132" d="100"/>
          <a:sy n="132" d="100"/>
        </p:scale>
        <p:origin x="4744" y="2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6E21A-E6AE-5CB8-FFD1-5148EB379D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8E0040-316A-9B5E-B583-24D6D5650B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978DF-29D1-FB53-7EB7-5EE9279EE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A9007-5481-7048-B818-F6D9E8125AA6}" type="datetimeFigureOut">
              <a:rPr lang="en-CN" smtClean="0"/>
              <a:t>2025/7/26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E5CA6-4075-CAA5-A90C-BE09BDB7C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CFBE1C-56AF-9DFC-7112-A0240D20C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33F0C-C06D-384C-829F-38709CF67CB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85888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73C66-924D-57A2-1D7B-3FBC644C8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2510B-C0F2-30F5-3C2D-E10F864B7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2DA87-BA89-EA49-EC1C-E3A631C55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A9007-5481-7048-B818-F6D9E8125AA6}" type="datetimeFigureOut">
              <a:rPr lang="en-CN" smtClean="0"/>
              <a:t>2025/7/26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73CB9-C1C5-A5AD-8A87-21CAF8447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7D562-D39B-1D33-9931-50D29EF42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33F0C-C06D-384C-829F-38709CF67CB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06378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C9BC3-0BEF-AE56-0068-F9C148E37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FD54C-DEA6-CC45-BF45-6D48062E95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F3F25-D9C4-F2C0-DC8B-67981E84F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A9007-5481-7048-B818-F6D9E8125AA6}" type="datetimeFigureOut">
              <a:rPr lang="en-CN" smtClean="0"/>
              <a:t>2025/7/26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D639FF-1DED-0B21-B9BF-3EBDF1EAA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AF17F-853C-3F58-54F4-B96B44CE6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33F0C-C06D-384C-829F-38709CF67CB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20790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51604-75DD-589F-B43E-0F3C52F51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B97B1-49C9-5015-992A-2110A519F1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72DD34-4F06-2B6A-E064-3CFF716129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DA9EBC-FA6B-88F3-F07F-398B1C65C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A9007-5481-7048-B818-F6D9E8125AA6}" type="datetimeFigureOut">
              <a:rPr lang="en-CN" smtClean="0"/>
              <a:t>2025/7/26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296EC6-8009-C2D1-F5A2-2DD5F9D95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7BDE04-9617-D16A-87F7-8224C315F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33F0C-C06D-384C-829F-38709CF67CB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3222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FF909-DAE3-E186-A844-3E6970010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F18C42-CF28-2594-B241-00CB2D0B99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8CB9F2-CA2C-7BD6-D9ED-01C99D9818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8674E1-2467-3DF4-3D85-63DCFC44F1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D5BE07-0FAB-489D-F552-C8CE44EF95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0546CF-6305-5FAD-3FE2-F2B7AF5F6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A9007-5481-7048-B818-F6D9E8125AA6}" type="datetimeFigureOut">
              <a:rPr lang="en-CN" smtClean="0"/>
              <a:t>2025/7/26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D9F64E-D818-DE17-899A-2A6F1BC8A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C8BAE2-A940-93F3-9694-AD4775DC2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33F0C-C06D-384C-829F-38709CF67CB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62615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5BB1B-B4B3-CBBB-3C48-C9CCFD810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CFCED2-FC42-F28A-A40B-45C625FAA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A9007-5481-7048-B818-F6D9E8125AA6}" type="datetimeFigureOut">
              <a:rPr lang="en-CN" smtClean="0"/>
              <a:t>2025/7/26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97F86D-EE51-AA9D-792F-B9B1805E7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7A9A3A-C25F-9BB4-5CEA-1A0B0835A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33F0C-C06D-384C-829F-38709CF67CB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6352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C7D222-54AF-1D62-7913-430EAC0AB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A9007-5481-7048-B818-F6D9E8125AA6}" type="datetimeFigureOut">
              <a:rPr lang="en-CN" smtClean="0"/>
              <a:t>2025/7/26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4C6574-1DF1-A4A3-3409-528E0AFE1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D1A1A8-3822-9CF5-1CE4-186043E99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33F0C-C06D-384C-829F-38709CF67CB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21223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E518A-4A72-A114-4B0C-467941384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6C101-25B9-EB73-D456-81E6106BF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553C5A-CBD4-0FDE-5323-94EF1B51C8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2E7206-EF18-0AE2-14F4-4FB5AA30A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A9007-5481-7048-B818-F6D9E8125AA6}" type="datetimeFigureOut">
              <a:rPr lang="en-CN" smtClean="0"/>
              <a:t>2025/7/26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551EF0-7FE7-E3D6-2534-8FF42A90F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FA37E4-8CD0-D18B-0E22-D7402D1F7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33F0C-C06D-384C-829F-38709CF67CB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18313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4F4FA-A582-6737-88BD-9B4D17920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C15054-3BEF-5EA6-861E-9F0DE11CE7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CA67E3-2B2B-E874-FB24-DA80490024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113731-2B7F-7D41-71B8-A36BFD439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A9007-5481-7048-B818-F6D9E8125AA6}" type="datetimeFigureOut">
              <a:rPr lang="en-CN" smtClean="0"/>
              <a:t>2025/7/26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D41AC7-490D-8C30-C831-6E42775EF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F9A32B-16F9-49B1-AE06-7A723D79E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33F0C-C06D-384C-829F-38709CF67CB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00672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1AFC0-1540-DE35-086C-D6FDE41A0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AFFD53-B027-E8FA-862B-B8AE145AB6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229C6A-8757-A640-9B58-36B34333A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A9007-5481-7048-B818-F6D9E8125AA6}" type="datetimeFigureOut">
              <a:rPr lang="en-CN" smtClean="0"/>
              <a:t>2025/7/26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61514F-5789-8464-2820-F0B50E075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1C1E3-2490-F2C3-0B22-758F4746F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33F0C-C06D-384C-829F-38709CF67CB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27178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3BEA2B-2232-D046-6F1B-A750A18FC9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32CFC8-7CFB-E32C-DC18-9E2B560395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D5AC7-999F-BA42-8BB6-1296B1408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A9007-5481-7048-B818-F6D9E8125AA6}" type="datetimeFigureOut">
              <a:rPr lang="en-CN" smtClean="0"/>
              <a:t>2025/7/26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D7254B-6B8A-186E-62C8-9836E487D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36D7E6-4C4C-4451-FC24-CC1E20B84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33F0C-C06D-384C-829F-38709CF67CB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90265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5B509B-F670-B484-7DDC-90F9DE3AA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947EF8-B35F-F7A6-18B8-2A9AA8464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35EFA-0DBF-EABA-8340-8A08334AE1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8A9007-5481-7048-B818-F6D9E8125AA6}" type="datetimeFigureOut">
              <a:rPr lang="en-CN" smtClean="0"/>
              <a:t>2025/7/26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C9C97-9A89-1006-4BDA-D2CB5730B7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150AC-ABC3-B648-F3FC-A7DF27915C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133F0C-C06D-384C-829F-38709CF67CB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91365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 53">
            <a:extLst>
              <a:ext uri="{FF2B5EF4-FFF2-40B4-BE49-F238E27FC236}">
                <a16:creationId xmlns:a16="http://schemas.microsoft.com/office/drawing/2014/main" id="{C8E464F8-23BF-477A-E5AA-26D88C7A6FD9}"/>
              </a:ext>
            </a:extLst>
          </p:cNvPr>
          <p:cNvGrpSpPr/>
          <p:nvPr/>
        </p:nvGrpSpPr>
        <p:grpSpPr>
          <a:xfrm>
            <a:off x="3657600" y="992618"/>
            <a:ext cx="4872821" cy="4868755"/>
            <a:chOff x="3657600" y="992618"/>
            <a:chExt cx="4872821" cy="4868755"/>
          </a:xfrm>
        </p:grpSpPr>
        <p:grpSp>
          <p:nvGrpSpPr>
            <p:cNvPr id="16" name="Graphic 14">
              <a:extLst>
                <a:ext uri="{FF2B5EF4-FFF2-40B4-BE49-F238E27FC236}">
                  <a16:creationId xmlns:a16="http://schemas.microsoft.com/office/drawing/2014/main" id="{A43C053C-5461-CFD4-3392-53DB747097D7}"/>
                </a:ext>
              </a:extLst>
            </p:cNvPr>
            <p:cNvGrpSpPr/>
            <p:nvPr/>
          </p:nvGrpSpPr>
          <p:grpSpPr>
            <a:xfrm>
              <a:off x="3657600" y="992618"/>
              <a:ext cx="4872821" cy="4868755"/>
              <a:chOff x="3657600" y="992618"/>
              <a:chExt cx="4872821" cy="4868755"/>
            </a:xfrm>
          </p:grpSpPr>
          <p:grpSp>
            <p:nvGrpSpPr>
              <p:cNvPr id="17" name="Graphic 14">
                <a:extLst>
                  <a:ext uri="{FF2B5EF4-FFF2-40B4-BE49-F238E27FC236}">
                    <a16:creationId xmlns:a16="http://schemas.microsoft.com/office/drawing/2014/main" id="{B4437E21-0837-4030-57AE-2B7952E71A63}"/>
                  </a:ext>
                </a:extLst>
              </p:cNvPr>
              <p:cNvGrpSpPr/>
              <p:nvPr/>
            </p:nvGrpSpPr>
            <p:grpSpPr>
              <a:xfrm>
                <a:off x="3730027" y="1065046"/>
                <a:ext cx="4727985" cy="4723919"/>
                <a:chOff x="3730027" y="1065046"/>
                <a:chExt cx="4727985" cy="4723919"/>
              </a:xfrm>
            </p:grpSpPr>
            <p:sp>
              <p:nvSpPr>
                <p:cNvPr id="18" name="Freeform 17">
                  <a:extLst>
                    <a:ext uri="{FF2B5EF4-FFF2-40B4-BE49-F238E27FC236}">
                      <a16:creationId xmlns:a16="http://schemas.microsoft.com/office/drawing/2014/main" id="{1374E4C7-C87A-9CD1-6584-7D7956614DF4}"/>
                    </a:ext>
                  </a:extLst>
                </p:cNvPr>
                <p:cNvSpPr/>
                <p:nvPr/>
              </p:nvSpPr>
              <p:spPr>
                <a:xfrm>
                  <a:off x="5538847" y="2205010"/>
                  <a:ext cx="2696783" cy="720791"/>
                </a:xfrm>
                <a:custGeom>
                  <a:avLst/>
                  <a:gdLst>
                    <a:gd name="connsiteX0" fmla="*/ 345181 w 2696783"/>
                    <a:gd name="connsiteY0" fmla="*/ 0 h 720791"/>
                    <a:gd name="connsiteX1" fmla="*/ 2351603 w 2696783"/>
                    <a:gd name="connsiteY1" fmla="*/ 0 h 720791"/>
                    <a:gd name="connsiteX2" fmla="*/ 2696784 w 2696783"/>
                    <a:gd name="connsiteY2" fmla="*/ 345181 h 720791"/>
                    <a:gd name="connsiteX3" fmla="*/ 2696784 w 2696783"/>
                    <a:gd name="connsiteY3" fmla="*/ 375610 h 720791"/>
                    <a:gd name="connsiteX4" fmla="*/ 2351603 w 2696783"/>
                    <a:gd name="connsiteY4" fmla="*/ 720791 h 720791"/>
                    <a:gd name="connsiteX5" fmla="*/ 345181 w 2696783"/>
                    <a:gd name="connsiteY5" fmla="*/ 720791 h 720791"/>
                    <a:gd name="connsiteX6" fmla="*/ 0 w 2696783"/>
                    <a:gd name="connsiteY6" fmla="*/ 375610 h 720791"/>
                    <a:gd name="connsiteX7" fmla="*/ 0 w 2696783"/>
                    <a:gd name="connsiteY7" fmla="*/ 345181 h 720791"/>
                    <a:gd name="connsiteX8" fmla="*/ 345181 w 2696783"/>
                    <a:gd name="connsiteY8" fmla="*/ 0 h 7207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696783" h="720791">
                      <a:moveTo>
                        <a:pt x="345181" y="0"/>
                      </a:moveTo>
                      <a:lnTo>
                        <a:pt x="2351603" y="0"/>
                      </a:lnTo>
                      <a:cubicBezTo>
                        <a:pt x="2542242" y="0"/>
                        <a:pt x="2696784" y="154542"/>
                        <a:pt x="2696784" y="345181"/>
                      </a:cubicBezTo>
                      <a:lnTo>
                        <a:pt x="2696784" y="375610"/>
                      </a:lnTo>
                      <a:cubicBezTo>
                        <a:pt x="2696784" y="566250"/>
                        <a:pt x="2542242" y="720791"/>
                        <a:pt x="2351603" y="720791"/>
                      </a:cubicBezTo>
                      <a:lnTo>
                        <a:pt x="345181" y="720791"/>
                      </a:lnTo>
                      <a:cubicBezTo>
                        <a:pt x="154542" y="720791"/>
                        <a:pt x="0" y="566250"/>
                        <a:pt x="0" y="375610"/>
                      </a:cubicBezTo>
                      <a:lnTo>
                        <a:pt x="0" y="345181"/>
                      </a:lnTo>
                      <a:cubicBezTo>
                        <a:pt x="0" y="154542"/>
                        <a:pt x="154542" y="0"/>
                        <a:pt x="345181" y="0"/>
                      </a:cubicBezTo>
                      <a:close/>
                    </a:path>
                  </a:pathLst>
                </a:custGeom>
                <a:solidFill>
                  <a:srgbClr val="27394C"/>
                </a:solidFill>
                <a:ln w="965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CN"/>
                </a:p>
              </p:txBody>
            </p:sp>
            <p:sp>
              <p:nvSpPr>
                <p:cNvPr id="19" name="Freeform 18">
                  <a:extLst>
                    <a:ext uri="{FF2B5EF4-FFF2-40B4-BE49-F238E27FC236}">
                      <a16:creationId xmlns:a16="http://schemas.microsoft.com/office/drawing/2014/main" id="{A35AC787-416D-AFD5-0908-88244BEE2B25}"/>
                    </a:ext>
                  </a:extLst>
                </p:cNvPr>
                <p:cNvSpPr/>
                <p:nvPr/>
              </p:nvSpPr>
              <p:spPr>
                <a:xfrm>
                  <a:off x="5286306" y="2922971"/>
                  <a:ext cx="3171706" cy="752263"/>
                </a:xfrm>
                <a:custGeom>
                  <a:avLst/>
                  <a:gdLst>
                    <a:gd name="connsiteX0" fmla="*/ 3171707 w 3171706"/>
                    <a:gd name="connsiteY0" fmla="*/ 376083 h 752263"/>
                    <a:gd name="connsiteX1" fmla="*/ 2826140 w 3171706"/>
                    <a:gd name="connsiteY1" fmla="*/ 750979 h 752263"/>
                    <a:gd name="connsiteX2" fmla="*/ 2795527 w 3171706"/>
                    <a:gd name="connsiteY2" fmla="*/ 752263 h 752263"/>
                    <a:gd name="connsiteX3" fmla="*/ 2718734 w 3171706"/>
                    <a:gd name="connsiteY3" fmla="*/ 744393 h 752263"/>
                    <a:gd name="connsiteX4" fmla="*/ 452973 w 3171706"/>
                    <a:gd name="connsiteY4" fmla="*/ 744393 h 752263"/>
                    <a:gd name="connsiteX5" fmla="*/ 376180 w 3171706"/>
                    <a:gd name="connsiteY5" fmla="*/ 752263 h 752263"/>
                    <a:gd name="connsiteX6" fmla="*/ 375919 w 3171706"/>
                    <a:gd name="connsiteY6" fmla="*/ 752263 h 752263"/>
                    <a:gd name="connsiteX7" fmla="*/ 0 w 3171706"/>
                    <a:gd name="connsiteY7" fmla="*/ 376093 h 752263"/>
                    <a:gd name="connsiteX8" fmla="*/ 340855 w 3171706"/>
                    <a:gd name="connsiteY8" fmla="*/ 1709 h 752263"/>
                    <a:gd name="connsiteX9" fmla="*/ 376170 w 3171706"/>
                    <a:gd name="connsiteY9" fmla="*/ 0 h 752263"/>
                    <a:gd name="connsiteX10" fmla="*/ 422775 w 3171706"/>
                    <a:gd name="connsiteY10" fmla="*/ 2820 h 752263"/>
                    <a:gd name="connsiteX11" fmla="*/ 2748922 w 3171706"/>
                    <a:gd name="connsiteY11" fmla="*/ 2820 h 752263"/>
                    <a:gd name="connsiteX12" fmla="*/ 2795527 w 3171706"/>
                    <a:gd name="connsiteY12" fmla="*/ 0 h 752263"/>
                    <a:gd name="connsiteX13" fmla="*/ 2860944 w 3171706"/>
                    <a:gd name="connsiteY13" fmla="*/ 5726 h 752263"/>
                    <a:gd name="connsiteX14" fmla="*/ 3171707 w 3171706"/>
                    <a:gd name="connsiteY14" fmla="*/ 376083 h 7522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171706" h="752263">
                      <a:moveTo>
                        <a:pt x="3171707" y="376083"/>
                      </a:moveTo>
                      <a:cubicBezTo>
                        <a:pt x="3171707" y="573618"/>
                        <a:pt x="3019580" y="735499"/>
                        <a:pt x="2826140" y="750979"/>
                      </a:cubicBezTo>
                      <a:cubicBezTo>
                        <a:pt x="2816048" y="751838"/>
                        <a:pt x="2805792" y="752263"/>
                        <a:pt x="2795527" y="752263"/>
                      </a:cubicBezTo>
                      <a:cubicBezTo>
                        <a:pt x="2769192" y="752263"/>
                        <a:pt x="2743533" y="749608"/>
                        <a:pt x="2718734" y="744393"/>
                      </a:cubicBezTo>
                      <a:lnTo>
                        <a:pt x="452973" y="744393"/>
                      </a:lnTo>
                      <a:cubicBezTo>
                        <a:pt x="428173" y="749608"/>
                        <a:pt x="402515" y="752263"/>
                        <a:pt x="376180" y="752263"/>
                      </a:cubicBezTo>
                      <a:lnTo>
                        <a:pt x="375919" y="752263"/>
                      </a:lnTo>
                      <a:cubicBezTo>
                        <a:pt x="168206" y="752090"/>
                        <a:pt x="0" y="583806"/>
                        <a:pt x="0" y="376093"/>
                      </a:cubicBezTo>
                      <a:cubicBezTo>
                        <a:pt x="0" y="180268"/>
                        <a:pt x="149645" y="19420"/>
                        <a:pt x="340855" y="1709"/>
                      </a:cubicBezTo>
                      <a:cubicBezTo>
                        <a:pt x="352482" y="512"/>
                        <a:pt x="364282" y="0"/>
                        <a:pt x="376170" y="0"/>
                      </a:cubicBezTo>
                      <a:cubicBezTo>
                        <a:pt x="391989" y="0"/>
                        <a:pt x="407469" y="937"/>
                        <a:pt x="422775" y="2820"/>
                      </a:cubicBezTo>
                      <a:lnTo>
                        <a:pt x="2748922" y="2820"/>
                      </a:lnTo>
                      <a:cubicBezTo>
                        <a:pt x="2764228" y="937"/>
                        <a:pt x="2779708" y="0"/>
                        <a:pt x="2795527" y="0"/>
                      </a:cubicBezTo>
                      <a:cubicBezTo>
                        <a:pt x="2817844" y="0"/>
                        <a:pt x="2839737" y="1970"/>
                        <a:pt x="2860944" y="5726"/>
                      </a:cubicBezTo>
                      <a:cubicBezTo>
                        <a:pt x="3037541" y="36591"/>
                        <a:pt x="3171707" y="190688"/>
                        <a:pt x="3171707" y="376083"/>
                      </a:cubicBezTo>
                      <a:close/>
                    </a:path>
                  </a:pathLst>
                </a:custGeom>
                <a:solidFill>
                  <a:srgbClr val="FFCBB3"/>
                </a:solidFill>
                <a:ln w="965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CN"/>
                </a:p>
              </p:txBody>
            </p:sp>
            <p:sp>
              <p:nvSpPr>
                <p:cNvPr id="20" name="Freeform 19">
                  <a:extLst>
                    <a:ext uri="{FF2B5EF4-FFF2-40B4-BE49-F238E27FC236}">
                      <a16:creationId xmlns:a16="http://schemas.microsoft.com/office/drawing/2014/main" id="{FD4F7B5F-DE3F-AC8E-EE98-413E01A84DCC}"/>
                    </a:ext>
                  </a:extLst>
                </p:cNvPr>
                <p:cNvSpPr/>
                <p:nvPr/>
              </p:nvSpPr>
              <p:spPr>
                <a:xfrm>
                  <a:off x="5627170" y="2922961"/>
                  <a:ext cx="2520088" cy="752263"/>
                </a:xfrm>
                <a:custGeom>
                  <a:avLst/>
                  <a:gdLst>
                    <a:gd name="connsiteX0" fmla="*/ 2520089 w 2520088"/>
                    <a:gd name="connsiteY0" fmla="*/ 5727 h 752263"/>
                    <a:gd name="connsiteX1" fmla="*/ 2520089 w 2520088"/>
                    <a:gd name="connsiteY1" fmla="*/ 482204 h 752263"/>
                    <a:gd name="connsiteX2" fmla="*/ 2485285 w 2520088"/>
                    <a:gd name="connsiteY2" fmla="*/ 750979 h 752263"/>
                    <a:gd name="connsiteX3" fmla="*/ 2454672 w 2520088"/>
                    <a:gd name="connsiteY3" fmla="*/ 752263 h 752263"/>
                    <a:gd name="connsiteX4" fmla="*/ 2377880 w 2520088"/>
                    <a:gd name="connsiteY4" fmla="*/ 744393 h 752263"/>
                    <a:gd name="connsiteX5" fmla="*/ 112109 w 2520088"/>
                    <a:gd name="connsiteY5" fmla="*/ 744393 h 752263"/>
                    <a:gd name="connsiteX6" fmla="*/ 35316 w 2520088"/>
                    <a:gd name="connsiteY6" fmla="*/ 752263 h 752263"/>
                    <a:gd name="connsiteX7" fmla="*/ 35055 w 2520088"/>
                    <a:gd name="connsiteY7" fmla="*/ 752263 h 752263"/>
                    <a:gd name="connsiteX8" fmla="*/ 0 w 2520088"/>
                    <a:gd name="connsiteY8" fmla="*/ 482214 h 752263"/>
                    <a:gd name="connsiteX9" fmla="*/ 0 w 2520088"/>
                    <a:gd name="connsiteY9" fmla="*/ 1709 h 752263"/>
                    <a:gd name="connsiteX10" fmla="*/ 35316 w 2520088"/>
                    <a:gd name="connsiteY10" fmla="*/ 0 h 752263"/>
                    <a:gd name="connsiteX11" fmla="*/ 81921 w 2520088"/>
                    <a:gd name="connsiteY11" fmla="*/ 2820 h 752263"/>
                    <a:gd name="connsiteX12" fmla="*/ 2408067 w 2520088"/>
                    <a:gd name="connsiteY12" fmla="*/ 2820 h 752263"/>
                    <a:gd name="connsiteX13" fmla="*/ 2454672 w 2520088"/>
                    <a:gd name="connsiteY13" fmla="*/ 0 h 752263"/>
                    <a:gd name="connsiteX14" fmla="*/ 2520089 w 2520088"/>
                    <a:gd name="connsiteY14" fmla="*/ 5727 h 7522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520088" h="752263">
                      <a:moveTo>
                        <a:pt x="2520089" y="5727"/>
                      </a:moveTo>
                      <a:lnTo>
                        <a:pt x="2520089" y="482204"/>
                      </a:lnTo>
                      <a:cubicBezTo>
                        <a:pt x="2520089" y="574729"/>
                        <a:pt x="2508037" y="664780"/>
                        <a:pt x="2485285" y="750979"/>
                      </a:cubicBezTo>
                      <a:cubicBezTo>
                        <a:pt x="2475193" y="751838"/>
                        <a:pt x="2464938" y="752263"/>
                        <a:pt x="2454672" y="752263"/>
                      </a:cubicBezTo>
                      <a:cubicBezTo>
                        <a:pt x="2428338" y="752263"/>
                        <a:pt x="2402679" y="749608"/>
                        <a:pt x="2377880" y="744393"/>
                      </a:cubicBezTo>
                      <a:lnTo>
                        <a:pt x="112109" y="744393"/>
                      </a:lnTo>
                      <a:cubicBezTo>
                        <a:pt x="87309" y="749608"/>
                        <a:pt x="61651" y="752263"/>
                        <a:pt x="35316" y="752263"/>
                      </a:cubicBezTo>
                      <a:lnTo>
                        <a:pt x="35055" y="752263"/>
                      </a:lnTo>
                      <a:cubicBezTo>
                        <a:pt x="12139" y="665640"/>
                        <a:pt x="0" y="575250"/>
                        <a:pt x="0" y="482214"/>
                      </a:cubicBezTo>
                      <a:lnTo>
                        <a:pt x="0" y="1709"/>
                      </a:lnTo>
                      <a:cubicBezTo>
                        <a:pt x="11627" y="512"/>
                        <a:pt x="23428" y="0"/>
                        <a:pt x="35316" y="0"/>
                      </a:cubicBezTo>
                      <a:cubicBezTo>
                        <a:pt x="51134" y="0"/>
                        <a:pt x="66614" y="937"/>
                        <a:pt x="81921" y="2820"/>
                      </a:cubicBezTo>
                      <a:lnTo>
                        <a:pt x="2408067" y="2820"/>
                      </a:lnTo>
                      <a:cubicBezTo>
                        <a:pt x="2423374" y="937"/>
                        <a:pt x="2438854" y="0"/>
                        <a:pt x="2454672" y="0"/>
                      </a:cubicBezTo>
                      <a:cubicBezTo>
                        <a:pt x="2476990" y="0"/>
                        <a:pt x="2498882" y="1970"/>
                        <a:pt x="2520089" y="5727"/>
                      </a:cubicBezTo>
                      <a:close/>
                    </a:path>
                  </a:pathLst>
                </a:custGeom>
                <a:solidFill>
                  <a:srgbClr val="E89876"/>
                </a:solidFill>
                <a:ln w="965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CN"/>
                </a:p>
              </p:txBody>
            </p:sp>
            <p:sp>
              <p:nvSpPr>
                <p:cNvPr id="21" name="Freeform 20">
                  <a:extLst>
                    <a:ext uri="{FF2B5EF4-FFF2-40B4-BE49-F238E27FC236}">
                      <a16:creationId xmlns:a16="http://schemas.microsoft.com/office/drawing/2014/main" id="{309EAB72-0AA0-D5FF-7767-58D337A44A63}"/>
                    </a:ext>
                  </a:extLst>
                </p:cNvPr>
                <p:cNvSpPr/>
                <p:nvPr/>
              </p:nvSpPr>
              <p:spPr>
                <a:xfrm>
                  <a:off x="5739259" y="4154281"/>
                  <a:ext cx="2295958" cy="1634674"/>
                </a:xfrm>
                <a:custGeom>
                  <a:avLst/>
                  <a:gdLst>
                    <a:gd name="connsiteX0" fmla="*/ 2295959 w 2295958"/>
                    <a:gd name="connsiteY0" fmla="*/ 1148018 h 1634674"/>
                    <a:gd name="connsiteX1" fmla="*/ 2295959 w 2295958"/>
                    <a:gd name="connsiteY1" fmla="*/ 1634675 h 1634674"/>
                    <a:gd name="connsiteX2" fmla="*/ 0 w 2295958"/>
                    <a:gd name="connsiteY2" fmla="*/ 1634675 h 1634674"/>
                    <a:gd name="connsiteX3" fmla="*/ 0 w 2295958"/>
                    <a:gd name="connsiteY3" fmla="*/ 1148018 h 1634674"/>
                    <a:gd name="connsiteX4" fmla="*/ 1147941 w 2295958"/>
                    <a:gd name="connsiteY4" fmla="*/ 0 h 1634674"/>
                    <a:gd name="connsiteX5" fmla="*/ 1408758 w 2295958"/>
                    <a:gd name="connsiteY5" fmla="*/ 29763 h 1634674"/>
                    <a:gd name="connsiteX6" fmla="*/ 1959720 w 2295958"/>
                    <a:gd name="connsiteY6" fmla="*/ 336248 h 1634674"/>
                    <a:gd name="connsiteX7" fmla="*/ 2295959 w 2295958"/>
                    <a:gd name="connsiteY7" fmla="*/ 1148018 h 16346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295958" h="1634674">
                      <a:moveTo>
                        <a:pt x="2295959" y="1148018"/>
                      </a:moveTo>
                      <a:lnTo>
                        <a:pt x="2295959" y="1634675"/>
                      </a:lnTo>
                      <a:lnTo>
                        <a:pt x="0" y="1634675"/>
                      </a:lnTo>
                      <a:lnTo>
                        <a:pt x="0" y="1148018"/>
                      </a:lnTo>
                      <a:cubicBezTo>
                        <a:pt x="0" y="514015"/>
                        <a:pt x="513938" y="0"/>
                        <a:pt x="1147941" y="0"/>
                      </a:cubicBezTo>
                      <a:cubicBezTo>
                        <a:pt x="1237645" y="0"/>
                        <a:pt x="1324954" y="10343"/>
                        <a:pt x="1408758" y="29763"/>
                      </a:cubicBezTo>
                      <a:cubicBezTo>
                        <a:pt x="1621087" y="79101"/>
                        <a:pt x="1810761" y="187366"/>
                        <a:pt x="1959720" y="336248"/>
                      </a:cubicBezTo>
                      <a:cubicBezTo>
                        <a:pt x="2167433" y="544029"/>
                        <a:pt x="2295959" y="831016"/>
                        <a:pt x="2295959" y="1148018"/>
                      </a:cubicBezTo>
                      <a:close/>
                    </a:path>
                  </a:pathLst>
                </a:custGeom>
                <a:solidFill>
                  <a:srgbClr val="27394C"/>
                </a:solidFill>
                <a:ln w="965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CN"/>
                </a:p>
              </p:txBody>
            </p:sp>
            <p:sp>
              <p:nvSpPr>
                <p:cNvPr id="22" name="Freeform 21">
                  <a:extLst>
                    <a:ext uri="{FF2B5EF4-FFF2-40B4-BE49-F238E27FC236}">
                      <a16:creationId xmlns:a16="http://schemas.microsoft.com/office/drawing/2014/main" id="{61916AA0-B106-69B4-4EF9-43B145325FFE}"/>
                    </a:ext>
                  </a:extLst>
                </p:cNvPr>
                <p:cNvSpPr/>
                <p:nvPr/>
              </p:nvSpPr>
              <p:spPr>
                <a:xfrm>
                  <a:off x="6260893" y="4184034"/>
                  <a:ext cx="1774324" cy="1604921"/>
                </a:xfrm>
                <a:custGeom>
                  <a:avLst/>
                  <a:gdLst>
                    <a:gd name="connsiteX0" fmla="*/ 1774325 w 1774324"/>
                    <a:gd name="connsiteY0" fmla="*/ 1118265 h 1604921"/>
                    <a:gd name="connsiteX1" fmla="*/ 1774325 w 1774324"/>
                    <a:gd name="connsiteY1" fmla="*/ 1604921 h 1604921"/>
                    <a:gd name="connsiteX2" fmla="*/ 0 w 1774324"/>
                    <a:gd name="connsiteY2" fmla="*/ 1604921 h 1604921"/>
                    <a:gd name="connsiteX3" fmla="*/ 0 w 1774324"/>
                    <a:gd name="connsiteY3" fmla="*/ 1118265 h 1604921"/>
                    <a:gd name="connsiteX4" fmla="*/ 887124 w 1774324"/>
                    <a:gd name="connsiteY4" fmla="*/ 0 h 1604921"/>
                    <a:gd name="connsiteX5" fmla="*/ 1438086 w 1774324"/>
                    <a:gd name="connsiteY5" fmla="*/ 306485 h 1604921"/>
                    <a:gd name="connsiteX6" fmla="*/ 1774325 w 1774324"/>
                    <a:gd name="connsiteY6" fmla="*/ 1118265 h 16049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774324" h="1604921">
                      <a:moveTo>
                        <a:pt x="1774325" y="1118265"/>
                      </a:moveTo>
                      <a:lnTo>
                        <a:pt x="1774325" y="1604921"/>
                      </a:lnTo>
                      <a:lnTo>
                        <a:pt x="0" y="1604921"/>
                      </a:lnTo>
                      <a:lnTo>
                        <a:pt x="0" y="1118265"/>
                      </a:lnTo>
                      <a:cubicBezTo>
                        <a:pt x="0" y="573966"/>
                        <a:pt x="378826" y="118096"/>
                        <a:pt x="887124" y="0"/>
                      </a:cubicBezTo>
                      <a:cubicBezTo>
                        <a:pt x="1099453" y="49338"/>
                        <a:pt x="1289127" y="157603"/>
                        <a:pt x="1438086" y="306485"/>
                      </a:cubicBezTo>
                      <a:cubicBezTo>
                        <a:pt x="1645799" y="514275"/>
                        <a:pt x="1774325" y="801263"/>
                        <a:pt x="1774325" y="1118265"/>
                      </a:cubicBezTo>
                      <a:close/>
                    </a:path>
                  </a:pathLst>
                </a:custGeom>
                <a:solidFill>
                  <a:srgbClr val="3E5268"/>
                </a:solidFill>
                <a:ln w="965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CN"/>
                </a:p>
              </p:txBody>
            </p:sp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6C2D0F0B-E91F-9980-76B5-8604B28E2596}"/>
                    </a:ext>
                  </a:extLst>
                </p:cNvPr>
                <p:cNvSpPr/>
                <p:nvPr/>
              </p:nvSpPr>
              <p:spPr>
                <a:xfrm>
                  <a:off x="6326590" y="4541711"/>
                  <a:ext cx="1121219" cy="1137646"/>
                </a:xfrm>
                <a:custGeom>
                  <a:avLst/>
                  <a:gdLst>
                    <a:gd name="connsiteX0" fmla="*/ 0 w 1121219"/>
                    <a:gd name="connsiteY0" fmla="*/ 0 h 1137646"/>
                    <a:gd name="connsiteX1" fmla="*/ 560610 w 1121219"/>
                    <a:gd name="connsiteY1" fmla="*/ 1137647 h 1137646"/>
                    <a:gd name="connsiteX2" fmla="*/ 1121220 w 1121219"/>
                    <a:gd name="connsiteY2" fmla="*/ 0 h 11376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121219" h="1137646">
                      <a:moveTo>
                        <a:pt x="0" y="0"/>
                      </a:moveTo>
                      <a:lnTo>
                        <a:pt x="560610" y="1137647"/>
                      </a:lnTo>
                      <a:lnTo>
                        <a:pt x="1121220" y="0"/>
                      </a:lnTo>
                    </a:path>
                  </a:pathLst>
                </a:custGeom>
                <a:solidFill>
                  <a:srgbClr val="FFFFFF"/>
                </a:solidFill>
                <a:ln w="965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CN"/>
                </a:p>
              </p:txBody>
            </p:sp>
            <p:sp>
              <p:nvSpPr>
                <p:cNvPr id="24" name="Freeform 23">
                  <a:extLst>
                    <a:ext uri="{FF2B5EF4-FFF2-40B4-BE49-F238E27FC236}">
                      <a16:creationId xmlns:a16="http://schemas.microsoft.com/office/drawing/2014/main" id="{5B9CA75E-0BED-E23B-5CB2-FDF080221B0C}"/>
                    </a:ext>
                  </a:extLst>
                </p:cNvPr>
                <p:cNvSpPr/>
                <p:nvPr/>
              </p:nvSpPr>
              <p:spPr>
                <a:xfrm>
                  <a:off x="6394450" y="4600224"/>
                  <a:ext cx="985499" cy="629406"/>
                </a:xfrm>
                <a:custGeom>
                  <a:avLst/>
                  <a:gdLst>
                    <a:gd name="connsiteX0" fmla="*/ 0 w 985499"/>
                    <a:gd name="connsiteY0" fmla="*/ 0 h 629406"/>
                    <a:gd name="connsiteX1" fmla="*/ 492750 w 985499"/>
                    <a:gd name="connsiteY1" fmla="*/ 629407 h 629406"/>
                    <a:gd name="connsiteX2" fmla="*/ 985500 w 985499"/>
                    <a:gd name="connsiteY2" fmla="*/ 0 h 6294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85499" h="629406">
                      <a:moveTo>
                        <a:pt x="0" y="0"/>
                      </a:moveTo>
                      <a:lnTo>
                        <a:pt x="492750" y="629407"/>
                      </a:lnTo>
                      <a:lnTo>
                        <a:pt x="985500" y="0"/>
                      </a:lnTo>
                    </a:path>
                  </a:pathLst>
                </a:custGeom>
                <a:solidFill>
                  <a:srgbClr val="FC74AF"/>
                </a:solidFill>
                <a:ln w="965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CN"/>
                </a:p>
              </p:txBody>
            </p:sp>
            <p:sp>
              <p:nvSpPr>
                <p:cNvPr id="25" name="Freeform 24">
                  <a:extLst>
                    <a:ext uri="{FF2B5EF4-FFF2-40B4-BE49-F238E27FC236}">
                      <a16:creationId xmlns:a16="http://schemas.microsoft.com/office/drawing/2014/main" id="{380364DD-0AB4-CF5A-CDB4-31F416C354C4}"/>
                    </a:ext>
                  </a:extLst>
                </p:cNvPr>
                <p:cNvSpPr/>
                <p:nvPr/>
              </p:nvSpPr>
              <p:spPr>
                <a:xfrm>
                  <a:off x="6328560" y="4545709"/>
                  <a:ext cx="1117318" cy="518688"/>
                </a:xfrm>
                <a:custGeom>
                  <a:avLst/>
                  <a:gdLst>
                    <a:gd name="connsiteX0" fmla="*/ 1117319 w 1117318"/>
                    <a:gd name="connsiteY0" fmla="*/ 0 h 518688"/>
                    <a:gd name="connsiteX1" fmla="*/ 861706 w 1117318"/>
                    <a:gd name="connsiteY1" fmla="*/ 518689 h 518688"/>
                    <a:gd name="connsiteX2" fmla="*/ 558650 w 1117318"/>
                    <a:gd name="connsiteY2" fmla="*/ 188785 h 518688"/>
                    <a:gd name="connsiteX3" fmla="*/ 558669 w 1117318"/>
                    <a:gd name="connsiteY3" fmla="*/ 188785 h 518688"/>
                    <a:gd name="connsiteX4" fmla="*/ 255612 w 1117318"/>
                    <a:gd name="connsiteY4" fmla="*/ 518689 h 518688"/>
                    <a:gd name="connsiteX5" fmla="*/ 0 w 1117318"/>
                    <a:gd name="connsiteY5" fmla="*/ 0 h 518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17318" h="518688">
                      <a:moveTo>
                        <a:pt x="1117319" y="0"/>
                      </a:moveTo>
                      <a:lnTo>
                        <a:pt x="861706" y="518689"/>
                      </a:lnTo>
                      <a:lnTo>
                        <a:pt x="558650" y="188785"/>
                      </a:lnTo>
                      <a:lnTo>
                        <a:pt x="558669" y="188785"/>
                      </a:lnTo>
                      <a:lnTo>
                        <a:pt x="255612" y="51868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BBB8CC"/>
                </a:solidFill>
                <a:ln w="965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CN"/>
                </a:p>
              </p:txBody>
            </p:sp>
            <p:sp>
              <p:nvSpPr>
                <p:cNvPr id="26" name="Freeform 25">
                  <a:extLst>
                    <a:ext uri="{FF2B5EF4-FFF2-40B4-BE49-F238E27FC236}">
                      <a16:creationId xmlns:a16="http://schemas.microsoft.com/office/drawing/2014/main" id="{52B30E24-E8A8-4B88-2D5E-3B493625CECB}"/>
                    </a:ext>
                  </a:extLst>
                </p:cNvPr>
                <p:cNvSpPr/>
                <p:nvPr/>
              </p:nvSpPr>
              <p:spPr>
                <a:xfrm>
                  <a:off x="6005639" y="4357117"/>
                  <a:ext cx="881590" cy="1431847"/>
                </a:xfrm>
                <a:custGeom>
                  <a:avLst/>
                  <a:gdLst>
                    <a:gd name="connsiteX0" fmla="*/ 881590 w 881590"/>
                    <a:gd name="connsiteY0" fmla="*/ 1322241 h 1431847"/>
                    <a:gd name="connsiteX1" fmla="*/ 881590 w 881590"/>
                    <a:gd name="connsiteY1" fmla="*/ 1431848 h 1431847"/>
                    <a:gd name="connsiteX2" fmla="*/ 599605 w 881590"/>
                    <a:gd name="connsiteY2" fmla="*/ 1431848 h 1431847"/>
                    <a:gd name="connsiteX3" fmla="*/ 305645 w 881590"/>
                    <a:gd name="connsiteY3" fmla="*/ 1137888 h 1431847"/>
                    <a:gd name="connsiteX4" fmla="*/ 428386 w 881590"/>
                    <a:gd name="connsiteY4" fmla="*/ 883039 h 1431847"/>
                    <a:gd name="connsiteX5" fmla="*/ 145145 w 881590"/>
                    <a:gd name="connsiteY5" fmla="*/ 883039 h 1431847"/>
                    <a:gd name="connsiteX6" fmla="*/ 0 w 881590"/>
                    <a:gd name="connsiteY6" fmla="*/ 210040 h 1431847"/>
                    <a:gd name="connsiteX7" fmla="*/ 230031 w 881590"/>
                    <a:gd name="connsiteY7" fmla="*/ 0 h 1431847"/>
                    <a:gd name="connsiteX8" fmla="*/ 881590 w 881590"/>
                    <a:gd name="connsiteY8" fmla="*/ 1322241 h 14318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881590" h="1431847">
                      <a:moveTo>
                        <a:pt x="881590" y="1322241"/>
                      </a:moveTo>
                      <a:lnTo>
                        <a:pt x="881590" y="1431848"/>
                      </a:lnTo>
                      <a:lnTo>
                        <a:pt x="599605" y="1431848"/>
                      </a:lnTo>
                      <a:lnTo>
                        <a:pt x="305645" y="1137888"/>
                      </a:lnTo>
                      <a:lnTo>
                        <a:pt x="428386" y="883039"/>
                      </a:lnTo>
                      <a:lnTo>
                        <a:pt x="145145" y="883039"/>
                      </a:lnTo>
                      <a:lnTo>
                        <a:pt x="0" y="210040"/>
                      </a:lnTo>
                      <a:cubicBezTo>
                        <a:pt x="66633" y="129984"/>
                        <a:pt x="144083" y="59294"/>
                        <a:pt x="230031" y="0"/>
                      </a:cubicBezTo>
                      <a:lnTo>
                        <a:pt x="881590" y="1322241"/>
                      </a:lnTo>
                      <a:close/>
                    </a:path>
                  </a:pathLst>
                </a:custGeom>
                <a:solidFill>
                  <a:srgbClr val="172635"/>
                </a:solidFill>
                <a:ln w="965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CN"/>
                </a:p>
              </p:txBody>
            </p:sp>
            <p:sp>
              <p:nvSpPr>
                <p:cNvPr id="27" name="Freeform 26">
                  <a:extLst>
                    <a:ext uri="{FF2B5EF4-FFF2-40B4-BE49-F238E27FC236}">
                      <a16:creationId xmlns:a16="http://schemas.microsoft.com/office/drawing/2014/main" id="{D08F91E0-D138-86C8-D708-187F00CC240C}"/>
                    </a:ext>
                  </a:extLst>
                </p:cNvPr>
                <p:cNvSpPr/>
                <p:nvPr/>
              </p:nvSpPr>
              <p:spPr>
                <a:xfrm>
                  <a:off x="6887171" y="4357117"/>
                  <a:ext cx="881590" cy="1431847"/>
                </a:xfrm>
                <a:custGeom>
                  <a:avLst/>
                  <a:gdLst>
                    <a:gd name="connsiteX0" fmla="*/ 0 w 881590"/>
                    <a:gd name="connsiteY0" fmla="*/ 1322241 h 1431847"/>
                    <a:gd name="connsiteX1" fmla="*/ 0 w 881590"/>
                    <a:gd name="connsiteY1" fmla="*/ 1431848 h 1431847"/>
                    <a:gd name="connsiteX2" fmla="*/ 281985 w 881590"/>
                    <a:gd name="connsiteY2" fmla="*/ 1431848 h 1431847"/>
                    <a:gd name="connsiteX3" fmla="*/ 575945 w 881590"/>
                    <a:gd name="connsiteY3" fmla="*/ 1137888 h 1431847"/>
                    <a:gd name="connsiteX4" fmla="*/ 453204 w 881590"/>
                    <a:gd name="connsiteY4" fmla="*/ 883039 h 1431847"/>
                    <a:gd name="connsiteX5" fmla="*/ 736445 w 881590"/>
                    <a:gd name="connsiteY5" fmla="*/ 883039 h 1431847"/>
                    <a:gd name="connsiteX6" fmla="*/ 881590 w 881590"/>
                    <a:gd name="connsiteY6" fmla="*/ 210040 h 1431847"/>
                    <a:gd name="connsiteX7" fmla="*/ 651560 w 881590"/>
                    <a:gd name="connsiteY7" fmla="*/ 0 h 1431847"/>
                    <a:gd name="connsiteX8" fmla="*/ 0 w 881590"/>
                    <a:gd name="connsiteY8" fmla="*/ 1322241 h 14318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881590" h="1431847">
                      <a:moveTo>
                        <a:pt x="0" y="1322241"/>
                      </a:moveTo>
                      <a:lnTo>
                        <a:pt x="0" y="1431848"/>
                      </a:lnTo>
                      <a:lnTo>
                        <a:pt x="281985" y="1431848"/>
                      </a:lnTo>
                      <a:lnTo>
                        <a:pt x="575945" y="1137888"/>
                      </a:lnTo>
                      <a:lnTo>
                        <a:pt x="453204" y="883039"/>
                      </a:lnTo>
                      <a:lnTo>
                        <a:pt x="736445" y="883039"/>
                      </a:lnTo>
                      <a:lnTo>
                        <a:pt x="881590" y="210040"/>
                      </a:lnTo>
                      <a:cubicBezTo>
                        <a:pt x="814957" y="129984"/>
                        <a:pt x="737507" y="59294"/>
                        <a:pt x="651560" y="0"/>
                      </a:cubicBezTo>
                      <a:lnTo>
                        <a:pt x="0" y="1322241"/>
                      </a:lnTo>
                      <a:close/>
                    </a:path>
                  </a:pathLst>
                </a:custGeom>
                <a:solidFill>
                  <a:srgbClr val="172635"/>
                </a:solidFill>
                <a:ln w="965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CN"/>
                </a:p>
              </p:txBody>
            </p:sp>
            <p:sp>
              <p:nvSpPr>
                <p:cNvPr id="28" name="Freeform 27">
                  <a:extLst>
                    <a:ext uri="{FF2B5EF4-FFF2-40B4-BE49-F238E27FC236}">
                      <a16:creationId xmlns:a16="http://schemas.microsoft.com/office/drawing/2014/main" id="{F3446E52-186D-7A4A-2FC3-14A6C6D04E2A}"/>
                    </a:ext>
                  </a:extLst>
                </p:cNvPr>
                <p:cNvSpPr/>
                <p:nvPr/>
              </p:nvSpPr>
              <p:spPr>
                <a:xfrm>
                  <a:off x="5739259" y="1608273"/>
                  <a:ext cx="2295958" cy="3077724"/>
                </a:xfrm>
                <a:custGeom>
                  <a:avLst/>
                  <a:gdLst>
                    <a:gd name="connsiteX0" fmla="*/ 2295959 w 2295958"/>
                    <a:gd name="connsiteY0" fmla="*/ 1148018 h 3077724"/>
                    <a:gd name="connsiteX1" fmla="*/ 2295959 w 2295958"/>
                    <a:gd name="connsiteY1" fmla="*/ 1929784 h 3077724"/>
                    <a:gd name="connsiteX2" fmla="*/ 1365997 w 2295958"/>
                    <a:gd name="connsiteY2" fmla="*/ 3057029 h 3077724"/>
                    <a:gd name="connsiteX3" fmla="*/ 1147941 w 2295958"/>
                    <a:gd name="connsiteY3" fmla="*/ 3077724 h 3077724"/>
                    <a:gd name="connsiteX4" fmla="*/ 0 w 2295958"/>
                    <a:gd name="connsiteY4" fmla="*/ 1929784 h 3077724"/>
                    <a:gd name="connsiteX5" fmla="*/ 0 w 2295958"/>
                    <a:gd name="connsiteY5" fmla="*/ 1148018 h 3077724"/>
                    <a:gd name="connsiteX6" fmla="*/ 1147941 w 2295958"/>
                    <a:gd name="connsiteY6" fmla="*/ 0 h 3077724"/>
                    <a:gd name="connsiteX7" fmla="*/ 1365997 w 2295958"/>
                    <a:gd name="connsiteY7" fmla="*/ 20695 h 3077724"/>
                    <a:gd name="connsiteX8" fmla="*/ 1959720 w 2295958"/>
                    <a:gd name="connsiteY8" fmla="*/ 336238 h 3077724"/>
                    <a:gd name="connsiteX9" fmla="*/ 2295959 w 2295958"/>
                    <a:gd name="connsiteY9" fmla="*/ 1148018 h 30777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295958" h="3077724">
                      <a:moveTo>
                        <a:pt x="2295959" y="1148018"/>
                      </a:moveTo>
                      <a:lnTo>
                        <a:pt x="2295959" y="1929784"/>
                      </a:lnTo>
                      <a:cubicBezTo>
                        <a:pt x="2295959" y="2489215"/>
                        <a:pt x="1895752" y="2955177"/>
                        <a:pt x="1365997" y="3057029"/>
                      </a:cubicBezTo>
                      <a:cubicBezTo>
                        <a:pt x="1295452" y="3070626"/>
                        <a:pt x="1222503" y="3077724"/>
                        <a:pt x="1147941" y="3077724"/>
                      </a:cubicBezTo>
                      <a:cubicBezTo>
                        <a:pt x="513938" y="3077724"/>
                        <a:pt x="0" y="2563787"/>
                        <a:pt x="0" y="1929784"/>
                      </a:cubicBezTo>
                      <a:lnTo>
                        <a:pt x="0" y="1148018"/>
                      </a:lnTo>
                      <a:cubicBezTo>
                        <a:pt x="0" y="514024"/>
                        <a:pt x="513938" y="0"/>
                        <a:pt x="1147941" y="0"/>
                      </a:cubicBezTo>
                      <a:cubicBezTo>
                        <a:pt x="1222512" y="0"/>
                        <a:pt x="1295452" y="7098"/>
                        <a:pt x="1365997" y="20695"/>
                      </a:cubicBezTo>
                      <a:cubicBezTo>
                        <a:pt x="1595602" y="64818"/>
                        <a:pt x="1800833" y="177361"/>
                        <a:pt x="1959720" y="336238"/>
                      </a:cubicBezTo>
                      <a:cubicBezTo>
                        <a:pt x="2167433" y="544038"/>
                        <a:pt x="2295959" y="831026"/>
                        <a:pt x="2295959" y="1148018"/>
                      </a:cubicBezTo>
                      <a:close/>
                    </a:path>
                  </a:pathLst>
                </a:custGeom>
                <a:solidFill>
                  <a:srgbClr val="E89876"/>
                </a:solidFill>
                <a:ln w="965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CN"/>
                </a:p>
              </p:txBody>
            </p:sp>
            <p:sp>
              <p:nvSpPr>
                <p:cNvPr id="29" name="Freeform 28">
                  <a:extLst>
                    <a:ext uri="{FF2B5EF4-FFF2-40B4-BE49-F238E27FC236}">
                      <a16:creationId xmlns:a16="http://schemas.microsoft.com/office/drawing/2014/main" id="{488B8535-027D-658A-67B5-92B1789784DD}"/>
                    </a:ext>
                  </a:extLst>
                </p:cNvPr>
                <p:cNvSpPr/>
                <p:nvPr/>
              </p:nvSpPr>
              <p:spPr>
                <a:xfrm>
                  <a:off x="6175293" y="1628968"/>
                  <a:ext cx="1859924" cy="3036334"/>
                </a:xfrm>
                <a:custGeom>
                  <a:avLst/>
                  <a:gdLst>
                    <a:gd name="connsiteX0" fmla="*/ 1859925 w 1859924"/>
                    <a:gd name="connsiteY0" fmla="*/ 1127323 h 3036334"/>
                    <a:gd name="connsiteX1" fmla="*/ 1859925 w 1859924"/>
                    <a:gd name="connsiteY1" fmla="*/ 1909089 h 3036334"/>
                    <a:gd name="connsiteX2" fmla="*/ 929962 w 1859924"/>
                    <a:gd name="connsiteY2" fmla="*/ 3036334 h 3036334"/>
                    <a:gd name="connsiteX3" fmla="*/ 0 w 1859924"/>
                    <a:gd name="connsiteY3" fmla="*/ 1909089 h 3036334"/>
                    <a:gd name="connsiteX4" fmla="*/ 0 w 1859924"/>
                    <a:gd name="connsiteY4" fmla="*/ 1127323 h 3036334"/>
                    <a:gd name="connsiteX5" fmla="*/ 929962 w 1859924"/>
                    <a:gd name="connsiteY5" fmla="*/ 0 h 3036334"/>
                    <a:gd name="connsiteX6" fmla="*/ 1523686 w 1859924"/>
                    <a:gd name="connsiteY6" fmla="*/ 315543 h 3036334"/>
                    <a:gd name="connsiteX7" fmla="*/ 1859925 w 1859924"/>
                    <a:gd name="connsiteY7" fmla="*/ 1127323 h 30363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859924" h="3036334">
                      <a:moveTo>
                        <a:pt x="1859925" y="1127323"/>
                      </a:moveTo>
                      <a:lnTo>
                        <a:pt x="1859925" y="1909089"/>
                      </a:lnTo>
                      <a:cubicBezTo>
                        <a:pt x="1859925" y="2468520"/>
                        <a:pt x="1459718" y="2934482"/>
                        <a:pt x="929962" y="3036334"/>
                      </a:cubicBezTo>
                      <a:cubicBezTo>
                        <a:pt x="400207" y="2934482"/>
                        <a:pt x="0" y="2468520"/>
                        <a:pt x="0" y="1909089"/>
                      </a:cubicBezTo>
                      <a:lnTo>
                        <a:pt x="0" y="1127323"/>
                      </a:lnTo>
                      <a:cubicBezTo>
                        <a:pt x="0" y="567891"/>
                        <a:pt x="400207" y="101843"/>
                        <a:pt x="929962" y="0"/>
                      </a:cubicBezTo>
                      <a:cubicBezTo>
                        <a:pt x="1159568" y="44123"/>
                        <a:pt x="1364799" y="156666"/>
                        <a:pt x="1523686" y="315543"/>
                      </a:cubicBezTo>
                      <a:cubicBezTo>
                        <a:pt x="1731399" y="523343"/>
                        <a:pt x="1859925" y="810331"/>
                        <a:pt x="1859925" y="1127323"/>
                      </a:cubicBezTo>
                      <a:close/>
                    </a:path>
                  </a:pathLst>
                </a:custGeom>
                <a:solidFill>
                  <a:srgbClr val="FFCBB3"/>
                </a:solidFill>
                <a:ln w="965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CN"/>
                </a:p>
              </p:txBody>
            </p:sp>
            <p:sp>
              <p:nvSpPr>
                <p:cNvPr id="30" name="Freeform 29">
                  <a:extLst>
                    <a:ext uri="{FF2B5EF4-FFF2-40B4-BE49-F238E27FC236}">
                      <a16:creationId xmlns:a16="http://schemas.microsoft.com/office/drawing/2014/main" id="{21952AB2-B4F3-B644-6D14-46F4B759FE5D}"/>
                    </a:ext>
                  </a:extLst>
                </p:cNvPr>
                <p:cNvSpPr/>
                <p:nvPr/>
              </p:nvSpPr>
              <p:spPr>
                <a:xfrm>
                  <a:off x="5633505" y="1068329"/>
                  <a:ext cx="2613111" cy="1657696"/>
                </a:xfrm>
                <a:custGeom>
                  <a:avLst/>
                  <a:gdLst>
                    <a:gd name="connsiteX0" fmla="*/ 2333467 w 2613111"/>
                    <a:gd name="connsiteY0" fmla="*/ 0 h 1657696"/>
                    <a:gd name="connsiteX1" fmla="*/ 1818457 w 2613111"/>
                    <a:gd name="connsiteY1" fmla="*/ 515009 h 1657696"/>
                    <a:gd name="connsiteX2" fmla="*/ 1547017 w 2613111"/>
                    <a:gd name="connsiteY2" fmla="*/ 332289 h 1657696"/>
                    <a:gd name="connsiteX3" fmla="*/ 1304636 w 2613111"/>
                    <a:gd name="connsiteY3" fmla="*/ 460621 h 1657696"/>
                    <a:gd name="connsiteX4" fmla="*/ 734436 w 2613111"/>
                    <a:gd name="connsiteY4" fmla="*/ 188824 h 1657696"/>
                    <a:gd name="connsiteX5" fmla="*/ 0 w 2613111"/>
                    <a:gd name="connsiteY5" fmla="*/ 923260 h 1657696"/>
                    <a:gd name="connsiteX6" fmla="*/ 734436 w 2613111"/>
                    <a:gd name="connsiteY6" fmla="*/ 1657697 h 1657696"/>
                    <a:gd name="connsiteX7" fmla="*/ 1184068 w 2613111"/>
                    <a:gd name="connsiteY7" fmla="*/ 1503773 h 1657696"/>
                    <a:gd name="connsiteX8" fmla="*/ 2333477 w 2613111"/>
                    <a:gd name="connsiteY8" fmla="*/ 1350256 h 1657696"/>
                    <a:gd name="connsiteX9" fmla="*/ 2333467 w 2613111"/>
                    <a:gd name="connsiteY9" fmla="*/ 0 h 16576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613111" h="1657696">
                      <a:moveTo>
                        <a:pt x="2333467" y="0"/>
                      </a:moveTo>
                      <a:lnTo>
                        <a:pt x="1818457" y="515009"/>
                      </a:lnTo>
                      <a:cubicBezTo>
                        <a:pt x="1774836" y="407884"/>
                        <a:pt x="1669816" y="332289"/>
                        <a:pt x="1547017" y="332289"/>
                      </a:cubicBezTo>
                      <a:cubicBezTo>
                        <a:pt x="1446246" y="332289"/>
                        <a:pt x="1357392" y="383172"/>
                        <a:pt x="1304636" y="460621"/>
                      </a:cubicBezTo>
                      <a:cubicBezTo>
                        <a:pt x="1170046" y="294810"/>
                        <a:pt x="964670" y="188824"/>
                        <a:pt x="734436" y="188824"/>
                      </a:cubicBezTo>
                      <a:cubicBezTo>
                        <a:pt x="328822" y="188824"/>
                        <a:pt x="0" y="517646"/>
                        <a:pt x="0" y="923260"/>
                      </a:cubicBezTo>
                      <a:cubicBezTo>
                        <a:pt x="0" y="1328875"/>
                        <a:pt x="328822" y="1657697"/>
                        <a:pt x="734436" y="1657697"/>
                      </a:cubicBezTo>
                      <a:cubicBezTo>
                        <a:pt x="903879" y="1657697"/>
                        <a:pt x="1059801" y="1600160"/>
                        <a:pt x="1184068" y="1503773"/>
                      </a:cubicBezTo>
                      <a:cubicBezTo>
                        <a:pt x="1548795" y="1712809"/>
                        <a:pt x="2021950" y="1661772"/>
                        <a:pt x="2333477" y="1350256"/>
                      </a:cubicBezTo>
                      <a:cubicBezTo>
                        <a:pt x="2706325" y="977388"/>
                        <a:pt x="2706325" y="372858"/>
                        <a:pt x="2333467" y="0"/>
                      </a:cubicBezTo>
                      <a:close/>
                    </a:path>
                  </a:pathLst>
                </a:custGeom>
                <a:solidFill>
                  <a:srgbClr val="3E5268"/>
                </a:solidFill>
                <a:ln w="965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CN"/>
                </a:p>
              </p:txBody>
            </p:sp>
            <p:sp>
              <p:nvSpPr>
                <p:cNvPr id="31" name="Freeform 30">
                  <a:extLst>
                    <a:ext uri="{FF2B5EF4-FFF2-40B4-BE49-F238E27FC236}">
                      <a16:creationId xmlns:a16="http://schemas.microsoft.com/office/drawing/2014/main" id="{B8608245-9DC5-86B7-D160-F52EE512534E}"/>
                    </a:ext>
                  </a:extLst>
                </p:cNvPr>
                <p:cNvSpPr/>
                <p:nvPr/>
              </p:nvSpPr>
              <p:spPr>
                <a:xfrm>
                  <a:off x="5633495" y="1257182"/>
                  <a:ext cx="954703" cy="1468834"/>
                </a:xfrm>
                <a:custGeom>
                  <a:avLst/>
                  <a:gdLst>
                    <a:gd name="connsiteX0" fmla="*/ 440718 w 954703"/>
                    <a:gd name="connsiteY0" fmla="*/ 734407 h 1468834"/>
                    <a:gd name="connsiteX1" fmla="*/ 954704 w 954703"/>
                    <a:gd name="connsiteY1" fmla="*/ 1435180 h 1468834"/>
                    <a:gd name="connsiteX2" fmla="*/ 734427 w 954703"/>
                    <a:gd name="connsiteY2" fmla="*/ 1468834 h 1468834"/>
                    <a:gd name="connsiteX3" fmla="*/ 0 w 954703"/>
                    <a:gd name="connsiteY3" fmla="*/ 734417 h 1468834"/>
                    <a:gd name="connsiteX4" fmla="*/ 734427 w 954703"/>
                    <a:gd name="connsiteY4" fmla="*/ 0 h 1468834"/>
                    <a:gd name="connsiteX5" fmla="*/ 954704 w 954703"/>
                    <a:gd name="connsiteY5" fmla="*/ 33655 h 1468834"/>
                    <a:gd name="connsiteX6" fmla="*/ 440718 w 954703"/>
                    <a:gd name="connsiteY6" fmla="*/ 734407 h 14688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54703" h="1468834">
                      <a:moveTo>
                        <a:pt x="440718" y="734407"/>
                      </a:moveTo>
                      <a:cubicBezTo>
                        <a:pt x="440718" y="1063210"/>
                        <a:pt x="656813" y="1341622"/>
                        <a:pt x="954704" y="1435180"/>
                      </a:cubicBezTo>
                      <a:cubicBezTo>
                        <a:pt x="885308" y="1457082"/>
                        <a:pt x="811229" y="1468834"/>
                        <a:pt x="734427" y="1468834"/>
                      </a:cubicBezTo>
                      <a:cubicBezTo>
                        <a:pt x="328812" y="1468834"/>
                        <a:pt x="0" y="1140032"/>
                        <a:pt x="0" y="734417"/>
                      </a:cubicBezTo>
                      <a:cubicBezTo>
                        <a:pt x="0" y="328803"/>
                        <a:pt x="328812" y="0"/>
                        <a:pt x="734427" y="0"/>
                      </a:cubicBezTo>
                      <a:cubicBezTo>
                        <a:pt x="811229" y="0"/>
                        <a:pt x="885144" y="11753"/>
                        <a:pt x="954704" y="33655"/>
                      </a:cubicBezTo>
                      <a:cubicBezTo>
                        <a:pt x="656813" y="127193"/>
                        <a:pt x="440718" y="405605"/>
                        <a:pt x="440718" y="734407"/>
                      </a:cubicBezTo>
                      <a:close/>
                    </a:path>
                  </a:pathLst>
                </a:custGeom>
                <a:solidFill>
                  <a:srgbClr val="27394C"/>
                </a:solidFill>
                <a:ln w="965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CN"/>
                </a:p>
              </p:txBody>
            </p:sp>
            <p:sp>
              <p:nvSpPr>
                <p:cNvPr id="32" name="Freeform 31">
                  <a:extLst>
                    <a:ext uri="{FF2B5EF4-FFF2-40B4-BE49-F238E27FC236}">
                      <a16:creationId xmlns:a16="http://schemas.microsoft.com/office/drawing/2014/main" id="{B6629878-BAE6-48AA-C3DA-BDD7608BE735}"/>
                    </a:ext>
                  </a:extLst>
                </p:cNvPr>
                <p:cNvSpPr/>
                <p:nvPr/>
              </p:nvSpPr>
              <p:spPr>
                <a:xfrm>
                  <a:off x="6751229" y="5229630"/>
                  <a:ext cx="271941" cy="449727"/>
                </a:xfrm>
                <a:custGeom>
                  <a:avLst/>
                  <a:gdLst>
                    <a:gd name="connsiteX0" fmla="*/ 271942 w 271941"/>
                    <a:gd name="connsiteY0" fmla="*/ 173730 h 449727"/>
                    <a:gd name="connsiteX1" fmla="*/ 135971 w 271941"/>
                    <a:gd name="connsiteY1" fmla="*/ 449728 h 449727"/>
                    <a:gd name="connsiteX2" fmla="*/ 0 w 271941"/>
                    <a:gd name="connsiteY2" fmla="*/ 173730 h 449727"/>
                    <a:gd name="connsiteX3" fmla="*/ 135971 w 271941"/>
                    <a:gd name="connsiteY3" fmla="*/ 0 h 4497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1941" h="449727">
                      <a:moveTo>
                        <a:pt x="271942" y="173730"/>
                      </a:moveTo>
                      <a:lnTo>
                        <a:pt x="135971" y="449728"/>
                      </a:lnTo>
                      <a:lnTo>
                        <a:pt x="0" y="173730"/>
                      </a:lnTo>
                      <a:lnTo>
                        <a:pt x="135971" y="0"/>
                      </a:lnTo>
                      <a:close/>
                    </a:path>
                  </a:pathLst>
                </a:custGeom>
                <a:solidFill>
                  <a:srgbClr val="FC74AF"/>
                </a:solidFill>
                <a:ln w="965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CN"/>
                </a:p>
              </p:txBody>
            </p:sp>
            <p:sp>
              <p:nvSpPr>
                <p:cNvPr id="33" name="Freeform 32">
                  <a:extLst>
                    <a:ext uri="{FF2B5EF4-FFF2-40B4-BE49-F238E27FC236}">
                      <a16:creationId xmlns:a16="http://schemas.microsoft.com/office/drawing/2014/main" id="{2B14672E-53BF-42B5-6B5F-AE6B679B275A}"/>
                    </a:ext>
                  </a:extLst>
                </p:cNvPr>
                <p:cNvSpPr/>
                <p:nvPr/>
              </p:nvSpPr>
              <p:spPr>
                <a:xfrm>
                  <a:off x="6689028" y="3701164"/>
                  <a:ext cx="396421" cy="328812"/>
                </a:xfrm>
                <a:custGeom>
                  <a:avLst/>
                  <a:gdLst>
                    <a:gd name="connsiteX0" fmla="*/ 396421 w 396421"/>
                    <a:gd name="connsiteY0" fmla="*/ 130602 h 328812"/>
                    <a:gd name="connsiteX1" fmla="*/ 198210 w 396421"/>
                    <a:gd name="connsiteY1" fmla="*/ 0 h 328812"/>
                    <a:gd name="connsiteX2" fmla="*/ 0 w 396421"/>
                    <a:gd name="connsiteY2" fmla="*/ 130602 h 328812"/>
                    <a:gd name="connsiteX3" fmla="*/ 198210 w 396421"/>
                    <a:gd name="connsiteY3" fmla="*/ 328812 h 328812"/>
                    <a:gd name="connsiteX4" fmla="*/ 396421 w 396421"/>
                    <a:gd name="connsiteY4" fmla="*/ 130602 h 3288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96421" h="328812">
                      <a:moveTo>
                        <a:pt x="396421" y="130602"/>
                      </a:moveTo>
                      <a:cubicBezTo>
                        <a:pt x="396421" y="21129"/>
                        <a:pt x="307683" y="0"/>
                        <a:pt x="198210" y="0"/>
                      </a:cubicBezTo>
                      <a:cubicBezTo>
                        <a:pt x="88738" y="0"/>
                        <a:pt x="0" y="21139"/>
                        <a:pt x="0" y="130602"/>
                      </a:cubicBezTo>
                      <a:cubicBezTo>
                        <a:pt x="0" y="240074"/>
                        <a:pt x="88738" y="328812"/>
                        <a:pt x="198210" y="328812"/>
                      </a:cubicBezTo>
                      <a:cubicBezTo>
                        <a:pt x="307683" y="328812"/>
                        <a:pt x="396421" y="240074"/>
                        <a:pt x="396421" y="130602"/>
                      </a:cubicBezTo>
                      <a:close/>
                    </a:path>
                  </a:pathLst>
                </a:custGeom>
                <a:solidFill>
                  <a:srgbClr val="FC74AF"/>
                </a:solidFill>
                <a:ln w="965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CN"/>
                </a:p>
              </p:txBody>
            </p:sp>
            <p:grpSp>
              <p:nvGrpSpPr>
                <p:cNvPr id="34" name="Graphic 14">
                  <a:extLst>
                    <a:ext uri="{FF2B5EF4-FFF2-40B4-BE49-F238E27FC236}">
                      <a16:creationId xmlns:a16="http://schemas.microsoft.com/office/drawing/2014/main" id="{3786D830-59A8-16BC-DE5B-78379277985D}"/>
                    </a:ext>
                  </a:extLst>
                </p:cNvPr>
                <p:cNvGrpSpPr/>
                <p:nvPr/>
              </p:nvGrpSpPr>
              <p:grpSpPr>
                <a:xfrm>
                  <a:off x="4329149" y="4717904"/>
                  <a:ext cx="1648493" cy="1068125"/>
                  <a:chOff x="4329149" y="4717904"/>
                  <a:chExt cx="1648493" cy="1068125"/>
                </a:xfrm>
              </p:grpSpPr>
              <p:sp>
                <p:nvSpPr>
                  <p:cNvPr id="35" name="Freeform 34">
                    <a:extLst>
                      <a:ext uri="{FF2B5EF4-FFF2-40B4-BE49-F238E27FC236}">
                        <a16:creationId xmlns:a16="http://schemas.microsoft.com/office/drawing/2014/main" id="{A8FE4F56-39D6-8767-D65B-6A35AF06D472}"/>
                      </a:ext>
                    </a:extLst>
                  </p:cNvPr>
                  <p:cNvSpPr/>
                  <p:nvPr/>
                </p:nvSpPr>
                <p:spPr>
                  <a:xfrm>
                    <a:off x="4894105" y="4717904"/>
                    <a:ext cx="258035" cy="440563"/>
                  </a:xfrm>
                  <a:custGeom>
                    <a:avLst/>
                    <a:gdLst>
                      <a:gd name="connsiteX0" fmla="*/ 258036 w 258035"/>
                      <a:gd name="connsiteY0" fmla="*/ 129018 h 440563"/>
                      <a:gd name="connsiteX1" fmla="*/ 258036 w 258035"/>
                      <a:gd name="connsiteY1" fmla="*/ 440563 h 440563"/>
                      <a:gd name="connsiteX2" fmla="*/ 0 w 258035"/>
                      <a:gd name="connsiteY2" fmla="*/ 440563 h 440563"/>
                      <a:gd name="connsiteX3" fmla="*/ 0 w 258035"/>
                      <a:gd name="connsiteY3" fmla="*/ 129018 h 440563"/>
                      <a:gd name="connsiteX4" fmla="*/ 129018 w 258035"/>
                      <a:gd name="connsiteY4" fmla="*/ 0 h 440563"/>
                      <a:gd name="connsiteX5" fmla="*/ 184642 w 258035"/>
                      <a:gd name="connsiteY5" fmla="*/ 12554 h 440563"/>
                      <a:gd name="connsiteX6" fmla="*/ 258036 w 258035"/>
                      <a:gd name="connsiteY6" fmla="*/ 129018 h 44056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58035" h="440563">
                        <a:moveTo>
                          <a:pt x="258036" y="129018"/>
                        </a:moveTo>
                        <a:lnTo>
                          <a:pt x="258036" y="440563"/>
                        </a:lnTo>
                        <a:lnTo>
                          <a:pt x="0" y="440563"/>
                        </a:lnTo>
                        <a:lnTo>
                          <a:pt x="0" y="129018"/>
                        </a:lnTo>
                        <a:cubicBezTo>
                          <a:pt x="0" y="57749"/>
                          <a:pt x="57749" y="0"/>
                          <a:pt x="129018" y="0"/>
                        </a:cubicBezTo>
                        <a:cubicBezTo>
                          <a:pt x="148911" y="0"/>
                          <a:pt x="167839" y="4539"/>
                          <a:pt x="184642" y="12554"/>
                        </a:cubicBezTo>
                        <a:cubicBezTo>
                          <a:pt x="227993" y="33317"/>
                          <a:pt x="258036" y="77643"/>
                          <a:pt x="258036" y="129018"/>
                        </a:cubicBezTo>
                        <a:close/>
                      </a:path>
                    </a:pathLst>
                  </a:custGeom>
                  <a:solidFill>
                    <a:srgbClr val="E89876"/>
                  </a:solidFill>
                  <a:ln w="965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CN"/>
                  </a:p>
                </p:txBody>
              </p:sp>
              <p:sp>
                <p:nvSpPr>
                  <p:cNvPr id="36" name="Freeform 35">
                    <a:extLst>
                      <a:ext uri="{FF2B5EF4-FFF2-40B4-BE49-F238E27FC236}">
                        <a16:creationId xmlns:a16="http://schemas.microsoft.com/office/drawing/2014/main" id="{EE7C2AA0-0408-1D27-9C9C-7F217016D5D5}"/>
                      </a:ext>
                    </a:extLst>
                  </p:cNvPr>
                  <p:cNvSpPr/>
                  <p:nvPr/>
                </p:nvSpPr>
                <p:spPr>
                  <a:xfrm>
                    <a:off x="5005354" y="4730458"/>
                    <a:ext cx="146786" cy="283144"/>
                  </a:xfrm>
                  <a:custGeom>
                    <a:avLst/>
                    <a:gdLst>
                      <a:gd name="connsiteX0" fmla="*/ 146787 w 146786"/>
                      <a:gd name="connsiteY0" fmla="*/ 116464 h 283144"/>
                      <a:gd name="connsiteX1" fmla="*/ 146787 w 146786"/>
                      <a:gd name="connsiteY1" fmla="*/ 283144 h 283144"/>
                      <a:gd name="connsiteX2" fmla="*/ 0 w 146786"/>
                      <a:gd name="connsiteY2" fmla="*/ 283144 h 283144"/>
                      <a:gd name="connsiteX3" fmla="*/ 0 w 146786"/>
                      <a:gd name="connsiteY3" fmla="*/ 116464 h 283144"/>
                      <a:gd name="connsiteX4" fmla="*/ 73393 w 146786"/>
                      <a:gd name="connsiteY4" fmla="*/ 0 h 283144"/>
                      <a:gd name="connsiteX5" fmla="*/ 146787 w 146786"/>
                      <a:gd name="connsiteY5" fmla="*/ 116464 h 2831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46786" h="283144">
                        <a:moveTo>
                          <a:pt x="146787" y="116464"/>
                        </a:moveTo>
                        <a:lnTo>
                          <a:pt x="146787" y="283144"/>
                        </a:lnTo>
                        <a:lnTo>
                          <a:pt x="0" y="283144"/>
                        </a:lnTo>
                        <a:lnTo>
                          <a:pt x="0" y="116464"/>
                        </a:lnTo>
                        <a:cubicBezTo>
                          <a:pt x="0" y="65088"/>
                          <a:pt x="29937" y="20763"/>
                          <a:pt x="73393" y="0"/>
                        </a:cubicBezTo>
                        <a:cubicBezTo>
                          <a:pt x="116744" y="20763"/>
                          <a:pt x="146787" y="65088"/>
                          <a:pt x="146787" y="116464"/>
                        </a:cubicBezTo>
                        <a:close/>
                      </a:path>
                    </a:pathLst>
                  </a:custGeom>
                  <a:solidFill>
                    <a:srgbClr val="FFCBB3"/>
                  </a:solidFill>
                  <a:ln w="965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CN"/>
                  </a:p>
                </p:txBody>
              </p:sp>
              <p:grpSp>
                <p:nvGrpSpPr>
                  <p:cNvPr id="37" name="Graphic 14">
                    <a:extLst>
                      <a:ext uri="{FF2B5EF4-FFF2-40B4-BE49-F238E27FC236}">
                        <a16:creationId xmlns:a16="http://schemas.microsoft.com/office/drawing/2014/main" id="{ABAA3ADA-CD47-3B11-8C17-AD8AC75A2824}"/>
                      </a:ext>
                    </a:extLst>
                  </p:cNvPr>
                  <p:cNvGrpSpPr/>
                  <p:nvPr/>
                </p:nvGrpSpPr>
                <p:grpSpPr>
                  <a:xfrm>
                    <a:off x="4329149" y="5013602"/>
                    <a:ext cx="1648493" cy="772427"/>
                    <a:chOff x="4329149" y="5013602"/>
                    <a:chExt cx="1648493" cy="772427"/>
                  </a:xfrm>
                </p:grpSpPr>
                <p:sp>
                  <p:nvSpPr>
                    <p:cNvPr id="38" name="Freeform 37">
                      <a:extLst>
                        <a:ext uri="{FF2B5EF4-FFF2-40B4-BE49-F238E27FC236}">
                          <a16:creationId xmlns:a16="http://schemas.microsoft.com/office/drawing/2014/main" id="{CDC7691E-F3A2-481C-87D0-8C446DC485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65821" y="5013602"/>
                      <a:ext cx="1211822" cy="772427"/>
                    </a:xfrm>
                    <a:custGeom>
                      <a:avLst/>
                      <a:gdLst>
                        <a:gd name="connsiteX0" fmla="*/ 0 w 1211822"/>
                        <a:gd name="connsiteY0" fmla="*/ 423364 h 772427"/>
                        <a:gd name="connsiteX1" fmla="*/ 346736 w 1211822"/>
                        <a:gd name="connsiteY1" fmla="*/ 772427 h 772427"/>
                        <a:gd name="connsiteX2" fmla="*/ 1211822 w 1211822"/>
                        <a:gd name="connsiteY2" fmla="*/ 772427 h 772427"/>
                        <a:gd name="connsiteX3" fmla="*/ 432645 w 1211822"/>
                        <a:gd name="connsiteY3" fmla="*/ 0 h 772427"/>
                        <a:gd name="connsiteX4" fmla="*/ 173035 w 1211822"/>
                        <a:gd name="connsiteY4" fmla="*/ 250330 h 77242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211822" h="772427">
                          <a:moveTo>
                            <a:pt x="0" y="423364"/>
                          </a:moveTo>
                          <a:lnTo>
                            <a:pt x="346736" y="772427"/>
                          </a:lnTo>
                          <a:lnTo>
                            <a:pt x="1211822" y="772427"/>
                          </a:lnTo>
                          <a:lnTo>
                            <a:pt x="432645" y="0"/>
                          </a:lnTo>
                          <a:lnTo>
                            <a:pt x="173035" y="250330"/>
                          </a:lnTo>
                          <a:close/>
                        </a:path>
                      </a:pathLst>
                    </a:custGeom>
                    <a:solidFill>
                      <a:srgbClr val="3E5268"/>
                    </a:solidFill>
                    <a:ln w="965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CN"/>
                    </a:p>
                  </p:txBody>
                </p:sp>
                <p:sp>
                  <p:nvSpPr>
                    <p:cNvPr id="39" name="Freeform 38">
                      <a:extLst>
                        <a:ext uri="{FF2B5EF4-FFF2-40B4-BE49-F238E27FC236}">
                          <a16:creationId xmlns:a16="http://schemas.microsoft.com/office/drawing/2014/main" id="{37DF869A-2ACD-9E3D-D1F5-C3D04B3FF7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29149" y="5013670"/>
                      <a:ext cx="869325" cy="423267"/>
                    </a:xfrm>
                    <a:custGeom>
                      <a:avLst/>
                      <a:gdLst>
                        <a:gd name="connsiteX0" fmla="*/ 869326 w 869325"/>
                        <a:gd name="connsiteY0" fmla="*/ 0 h 423267"/>
                        <a:gd name="connsiteX1" fmla="*/ 657064 w 869325"/>
                        <a:gd name="connsiteY1" fmla="*/ 207626 h 423267"/>
                        <a:gd name="connsiteX2" fmla="*/ 436691 w 869325"/>
                        <a:gd name="connsiteY2" fmla="*/ 423267 h 423267"/>
                        <a:gd name="connsiteX3" fmla="*/ 144373 w 869325"/>
                        <a:gd name="connsiteY3" fmla="*/ 360980 h 423267"/>
                        <a:gd name="connsiteX4" fmla="*/ 40559 w 869325"/>
                        <a:gd name="connsiteY4" fmla="*/ 297243 h 423267"/>
                        <a:gd name="connsiteX5" fmla="*/ 32448 w 869325"/>
                        <a:gd name="connsiteY5" fmla="*/ 286331 h 423267"/>
                        <a:gd name="connsiteX6" fmla="*/ 0 w 869325"/>
                        <a:gd name="connsiteY6" fmla="*/ 182421 h 423267"/>
                        <a:gd name="connsiteX7" fmla="*/ 182518 w 869325"/>
                        <a:gd name="connsiteY7" fmla="*/ 0 h 423267"/>
                        <a:gd name="connsiteX8" fmla="*/ 869326 w 869325"/>
                        <a:gd name="connsiteY8" fmla="*/ 0 h 42326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869325" h="423267">
                          <a:moveTo>
                            <a:pt x="869326" y="0"/>
                          </a:moveTo>
                          <a:lnTo>
                            <a:pt x="657064" y="207626"/>
                          </a:lnTo>
                          <a:lnTo>
                            <a:pt x="436691" y="423267"/>
                          </a:lnTo>
                          <a:lnTo>
                            <a:pt x="144373" y="360980"/>
                          </a:lnTo>
                          <a:cubicBezTo>
                            <a:pt x="102268" y="351999"/>
                            <a:pt x="66151" y="328918"/>
                            <a:pt x="40559" y="297243"/>
                          </a:cubicBezTo>
                          <a:cubicBezTo>
                            <a:pt x="37759" y="293767"/>
                            <a:pt x="34958" y="290097"/>
                            <a:pt x="32448" y="286331"/>
                          </a:cubicBezTo>
                          <a:cubicBezTo>
                            <a:pt x="11878" y="256684"/>
                            <a:pt x="0" y="220663"/>
                            <a:pt x="0" y="182421"/>
                          </a:cubicBezTo>
                          <a:cubicBezTo>
                            <a:pt x="0" y="81698"/>
                            <a:pt x="81698" y="0"/>
                            <a:pt x="182518" y="0"/>
                          </a:cubicBezTo>
                          <a:lnTo>
                            <a:pt x="869326" y="0"/>
                          </a:lnTo>
                          <a:close/>
                        </a:path>
                      </a:pathLst>
                    </a:custGeom>
                    <a:solidFill>
                      <a:srgbClr val="FFCBB3"/>
                    </a:solidFill>
                    <a:ln w="965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CN"/>
                    </a:p>
                  </p:txBody>
                </p:sp>
                <p:sp>
                  <p:nvSpPr>
                    <p:cNvPr id="40" name="Freeform 39">
                      <a:extLst>
                        <a:ext uri="{FF2B5EF4-FFF2-40B4-BE49-F238E27FC236}">
                          <a16:creationId xmlns:a16="http://schemas.microsoft.com/office/drawing/2014/main" id="{7C644F7D-53DE-E02A-27B1-CA9CB10FDEE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61597" y="5221296"/>
                      <a:ext cx="624616" cy="215641"/>
                    </a:xfrm>
                    <a:custGeom>
                      <a:avLst/>
                      <a:gdLst>
                        <a:gd name="connsiteX0" fmla="*/ 624617 w 624616"/>
                        <a:gd name="connsiteY0" fmla="*/ 0 h 215641"/>
                        <a:gd name="connsiteX1" fmla="*/ 404243 w 624616"/>
                        <a:gd name="connsiteY1" fmla="*/ 215641 h 215641"/>
                        <a:gd name="connsiteX2" fmla="*/ 111925 w 624616"/>
                        <a:gd name="connsiteY2" fmla="*/ 153354 h 215641"/>
                        <a:gd name="connsiteX3" fmla="*/ 8112 w 624616"/>
                        <a:gd name="connsiteY3" fmla="*/ 89617 h 215641"/>
                        <a:gd name="connsiteX4" fmla="*/ 0 w 624616"/>
                        <a:gd name="connsiteY4" fmla="*/ 78705 h 215641"/>
                        <a:gd name="connsiteX5" fmla="*/ 150070 w 624616"/>
                        <a:gd name="connsiteY5" fmla="*/ 0 h 215641"/>
                        <a:gd name="connsiteX6" fmla="*/ 624617 w 624616"/>
                        <a:gd name="connsiteY6" fmla="*/ 0 h 21564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624616" h="215641">
                          <a:moveTo>
                            <a:pt x="624617" y="0"/>
                          </a:moveTo>
                          <a:lnTo>
                            <a:pt x="404243" y="215641"/>
                          </a:lnTo>
                          <a:lnTo>
                            <a:pt x="111925" y="153354"/>
                          </a:lnTo>
                          <a:cubicBezTo>
                            <a:pt x="69820" y="144373"/>
                            <a:pt x="33703" y="121292"/>
                            <a:pt x="8112" y="89617"/>
                          </a:cubicBezTo>
                          <a:cubicBezTo>
                            <a:pt x="5311" y="86141"/>
                            <a:pt x="2511" y="82471"/>
                            <a:pt x="0" y="78705"/>
                          </a:cubicBezTo>
                          <a:cubicBezTo>
                            <a:pt x="32834" y="31096"/>
                            <a:pt x="87782" y="0"/>
                            <a:pt x="150070" y="0"/>
                          </a:cubicBezTo>
                          <a:lnTo>
                            <a:pt x="624617" y="0"/>
                          </a:lnTo>
                          <a:close/>
                        </a:path>
                      </a:pathLst>
                    </a:custGeom>
                    <a:solidFill>
                      <a:srgbClr val="E89876"/>
                    </a:solidFill>
                    <a:ln w="965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CN"/>
                    </a:p>
                  </p:txBody>
                </p:sp>
                <p:sp>
                  <p:nvSpPr>
                    <p:cNvPr id="41" name="Freeform 40">
                      <a:extLst>
                        <a:ext uri="{FF2B5EF4-FFF2-40B4-BE49-F238E27FC236}">
                          <a16:creationId xmlns:a16="http://schemas.microsoft.com/office/drawing/2014/main" id="{1D19E0A5-986B-681D-92C6-6C5409943D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65821" y="5263932"/>
                      <a:ext cx="692814" cy="522097"/>
                    </a:xfrm>
                    <a:custGeom>
                      <a:avLst/>
                      <a:gdLst>
                        <a:gd name="connsiteX0" fmla="*/ 0 w 692814"/>
                        <a:gd name="connsiteY0" fmla="*/ 173035 h 522097"/>
                        <a:gd name="connsiteX1" fmla="*/ 346736 w 692814"/>
                        <a:gd name="connsiteY1" fmla="*/ 522098 h 522097"/>
                        <a:gd name="connsiteX2" fmla="*/ 692815 w 692814"/>
                        <a:gd name="connsiteY2" fmla="*/ 522098 h 522097"/>
                        <a:gd name="connsiteX3" fmla="*/ 173035 w 692814"/>
                        <a:gd name="connsiteY3" fmla="*/ 0 h 52209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92814" h="522097">
                          <a:moveTo>
                            <a:pt x="0" y="173035"/>
                          </a:moveTo>
                          <a:lnTo>
                            <a:pt x="346736" y="522098"/>
                          </a:lnTo>
                          <a:lnTo>
                            <a:pt x="692815" y="522098"/>
                          </a:lnTo>
                          <a:lnTo>
                            <a:pt x="173035" y="0"/>
                          </a:lnTo>
                          <a:close/>
                        </a:path>
                      </a:pathLst>
                    </a:custGeom>
                    <a:solidFill>
                      <a:srgbClr val="27394C"/>
                    </a:solidFill>
                    <a:ln w="965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CN"/>
                    </a:p>
                  </p:txBody>
                </p:sp>
              </p:grpSp>
            </p:grpSp>
            <p:sp>
              <p:nvSpPr>
                <p:cNvPr id="42" name="Freeform 41">
                  <a:extLst>
                    <a:ext uri="{FF2B5EF4-FFF2-40B4-BE49-F238E27FC236}">
                      <a16:creationId xmlns:a16="http://schemas.microsoft.com/office/drawing/2014/main" id="{32A5EFA5-67AD-7ADA-D482-E12B76EB9FA3}"/>
                    </a:ext>
                  </a:extLst>
                </p:cNvPr>
                <p:cNvSpPr/>
                <p:nvPr/>
              </p:nvSpPr>
              <p:spPr>
                <a:xfrm>
                  <a:off x="3730027" y="1065046"/>
                  <a:ext cx="2340757" cy="2609233"/>
                </a:xfrm>
                <a:custGeom>
                  <a:avLst/>
                  <a:gdLst>
                    <a:gd name="connsiteX0" fmla="*/ 0 w 2340757"/>
                    <a:gd name="connsiteY0" fmla="*/ 288417 h 2609233"/>
                    <a:gd name="connsiteX1" fmla="*/ 0 w 2340757"/>
                    <a:gd name="connsiteY1" fmla="*/ 1822813 h 2609233"/>
                    <a:gd name="connsiteX2" fmla="*/ 288417 w 2340757"/>
                    <a:gd name="connsiteY2" fmla="*/ 2111230 h 2609233"/>
                    <a:gd name="connsiteX3" fmla="*/ 1698932 w 2340757"/>
                    <a:gd name="connsiteY3" fmla="*/ 2111230 h 2609233"/>
                    <a:gd name="connsiteX4" fmla="*/ 2155343 w 2340757"/>
                    <a:gd name="connsiteY4" fmla="*/ 2576583 h 2609233"/>
                    <a:gd name="connsiteX5" fmla="*/ 2340758 w 2340757"/>
                    <a:gd name="connsiteY5" fmla="*/ 2500833 h 2609233"/>
                    <a:gd name="connsiteX6" fmla="*/ 2340758 w 2340757"/>
                    <a:gd name="connsiteY6" fmla="*/ 2111230 h 2609233"/>
                    <a:gd name="connsiteX7" fmla="*/ 2340758 w 2340757"/>
                    <a:gd name="connsiteY7" fmla="*/ 288417 h 2609233"/>
                    <a:gd name="connsiteX8" fmla="*/ 2052341 w 2340757"/>
                    <a:gd name="connsiteY8" fmla="*/ 0 h 2609233"/>
                    <a:gd name="connsiteX9" fmla="*/ 288417 w 2340757"/>
                    <a:gd name="connsiteY9" fmla="*/ 0 h 2609233"/>
                    <a:gd name="connsiteX10" fmla="*/ 0 w 2340757"/>
                    <a:gd name="connsiteY10" fmla="*/ 288417 h 26092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2340757" h="2609233">
                      <a:moveTo>
                        <a:pt x="0" y="288417"/>
                      </a:moveTo>
                      <a:lnTo>
                        <a:pt x="0" y="1822813"/>
                      </a:lnTo>
                      <a:cubicBezTo>
                        <a:pt x="0" y="1982096"/>
                        <a:pt x="129124" y="2111230"/>
                        <a:pt x="288417" y="2111230"/>
                      </a:cubicBezTo>
                      <a:lnTo>
                        <a:pt x="1698932" y="2111230"/>
                      </a:lnTo>
                      <a:lnTo>
                        <a:pt x="2155343" y="2576583"/>
                      </a:lnTo>
                      <a:cubicBezTo>
                        <a:pt x="2223184" y="2645756"/>
                        <a:pt x="2340758" y="2597722"/>
                        <a:pt x="2340758" y="2500833"/>
                      </a:cubicBezTo>
                      <a:lnTo>
                        <a:pt x="2340758" y="2111230"/>
                      </a:lnTo>
                      <a:lnTo>
                        <a:pt x="2340758" y="288417"/>
                      </a:lnTo>
                      <a:cubicBezTo>
                        <a:pt x="2340758" y="129134"/>
                        <a:pt x="2211634" y="0"/>
                        <a:pt x="2052341" y="0"/>
                      </a:cubicBezTo>
                      <a:lnTo>
                        <a:pt x="288417" y="0"/>
                      </a:lnTo>
                      <a:cubicBezTo>
                        <a:pt x="129124" y="0"/>
                        <a:pt x="0" y="129134"/>
                        <a:pt x="0" y="288417"/>
                      </a:cubicBezTo>
                      <a:close/>
                    </a:path>
                  </a:pathLst>
                </a:custGeom>
                <a:solidFill>
                  <a:srgbClr val="96EFFF"/>
                </a:solidFill>
                <a:ln w="965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CN" dirty="0"/>
                </a:p>
              </p:txBody>
            </p:sp>
          </p:grpSp>
          <p:grpSp>
            <p:nvGrpSpPr>
              <p:cNvPr id="43" name="Graphic 14">
                <a:extLst>
                  <a:ext uri="{FF2B5EF4-FFF2-40B4-BE49-F238E27FC236}">
                    <a16:creationId xmlns:a16="http://schemas.microsoft.com/office/drawing/2014/main" id="{4B4CD56C-1D3A-7A8A-2284-076099514D69}"/>
                  </a:ext>
                </a:extLst>
              </p:cNvPr>
              <p:cNvGrpSpPr/>
              <p:nvPr/>
            </p:nvGrpSpPr>
            <p:grpSpPr>
              <a:xfrm>
                <a:off x="3657600" y="992618"/>
                <a:ext cx="4872821" cy="4868755"/>
                <a:chOff x="3657600" y="992618"/>
                <a:chExt cx="4872821" cy="4868755"/>
              </a:xfrm>
              <a:solidFill>
                <a:srgbClr val="000000"/>
              </a:solidFill>
            </p:grpSpPr>
            <p:sp>
              <p:nvSpPr>
                <p:cNvPr id="44" name="Freeform 43">
                  <a:extLst>
                    <a:ext uri="{FF2B5EF4-FFF2-40B4-BE49-F238E27FC236}">
                      <a16:creationId xmlns:a16="http://schemas.microsoft.com/office/drawing/2014/main" id="{39EC5D28-BA16-8015-9784-BF5CC05DEE83}"/>
                    </a:ext>
                  </a:extLst>
                </p:cNvPr>
                <p:cNvSpPr/>
                <p:nvPr/>
              </p:nvSpPr>
              <p:spPr>
                <a:xfrm>
                  <a:off x="6314693" y="3028658"/>
                  <a:ext cx="144855" cy="427033"/>
                </a:xfrm>
                <a:custGeom>
                  <a:avLst/>
                  <a:gdLst>
                    <a:gd name="connsiteX0" fmla="*/ 72428 w 144855"/>
                    <a:gd name="connsiteY0" fmla="*/ 427034 h 427033"/>
                    <a:gd name="connsiteX1" fmla="*/ 144855 w 144855"/>
                    <a:gd name="connsiteY1" fmla="*/ 354606 h 427033"/>
                    <a:gd name="connsiteX2" fmla="*/ 144855 w 144855"/>
                    <a:gd name="connsiteY2" fmla="*/ 72428 h 427033"/>
                    <a:gd name="connsiteX3" fmla="*/ 72428 w 144855"/>
                    <a:gd name="connsiteY3" fmla="*/ 0 h 427033"/>
                    <a:gd name="connsiteX4" fmla="*/ 0 w 144855"/>
                    <a:gd name="connsiteY4" fmla="*/ 72428 h 427033"/>
                    <a:gd name="connsiteX5" fmla="*/ 0 w 144855"/>
                    <a:gd name="connsiteY5" fmla="*/ 354606 h 427033"/>
                    <a:gd name="connsiteX6" fmla="*/ 72428 w 144855"/>
                    <a:gd name="connsiteY6" fmla="*/ 427034 h 4270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44855" h="427033">
                      <a:moveTo>
                        <a:pt x="72428" y="427034"/>
                      </a:moveTo>
                      <a:cubicBezTo>
                        <a:pt x="112427" y="427034"/>
                        <a:pt x="144855" y="394606"/>
                        <a:pt x="144855" y="354606"/>
                      </a:cubicBezTo>
                      <a:lnTo>
                        <a:pt x="144855" y="72428"/>
                      </a:lnTo>
                      <a:cubicBezTo>
                        <a:pt x="144855" y="32428"/>
                        <a:pt x="112427" y="0"/>
                        <a:pt x="72428" y="0"/>
                      </a:cubicBezTo>
                      <a:cubicBezTo>
                        <a:pt x="32428" y="0"/>
                        <a:pt x="0" y="32428"/>
                        <a:pt x="0" y="72428"/>
                      </a:cubicBezTo>
                      <a:lnTo>
                        <a:pt x="0" y="354606"/>
                      </a:lnTo>
                      <a:cubicBezTo>
                        <a:pt x="0" y="394606"/>
                        <a:pt x="32428" y="427034"/>
                        <a:pt x="72428" y="42703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65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CN"/>
                </a:p>
              </p:txBody>
            </p:sp>
            <p:sp>
              <p:nvSpPr>
                <p:cNvPr id="45" name="Freeform 44">
                  <a:extLst>
                    <a:ext uri="{FF2B5EF4-FFF2-40B4-BE49-F238E27FC236}">
                      <a16:creationId xmlns:a16="http://schemas.microsoft.com/office/drawing/2014/main" id="{637938F3-9FD6-8072-ED1A-FFD8418B9928}"/>
                    </a:ext>
                  </a:extLst>
                </p:cNvPr>
                <p:cNvSpPr/>
                <p:nvPr/>
              </p:nvSpPr>
              <p:spPr>
                <a:xfrm>
                  <a:off x="7314929" y="3028658"/>
                  <a:ext cx="144855" cy="427033"/>
                </a:xfrm>
                <a:custGeom>
                  <a:avLst/>
                  <a:gdLst>
                    <a:gd name="connsiteX0" fmla="*/ 72428 w 144855"/>
                    <a:gd name="connsiteY0" fmla="*/ 427034 h 427033"/>
                    <a:gd name="connsiteX1" fmla="*/ 144855 w 144855"/>
                    <a:gd name="connsiteY1" fmla="*/ 354606 h 427033"/>
                    <a:gd name="connsiteX2" fmla="*/ 144855 w 144855"/>
                    <a:gd name="connsiteY2" fmla="*/ 72428 h 427033"/>
                    <a:gd name="connsiteX3" fmla="*/ 72428 w 144855"/>
                    <a:gd name="connsiteY3" fmla="*/ 0 h 427033"/>
                    <a:gd name="connsiteX4" fmla="*/ 0 w 144855"/>
                    <a:gd name="connsiteY4" fmla="*/ 72428 h 427033"/>
                    <a:gd name="connsiteX5" fmla="*/ 0 w 144855"/>
                    <a:gd name="connsiteY5" fmla="*/ 354606 h 427033"/>
                    <a:gd name="connsiteX6" fmla="*/ 72428 w 144855"/>
                    <a:gd name="connsiteY6" fmla="*/ 427034 h 4270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44855" h="427033">
                      <a:moveTo>
                        <a:pt x="72428" y="427034"/>
                      </a:moveTo>
                      <a:cubicBezTo>
                        <a:pt x="112427" y="427034"/>
                        <a:pt x="144855" y="394606"/>
                        <a:pt x="144855" y="354606"/>
                      </a:cubicBezTo>
                      <a:lnTo>
                        <a:pt x="144855" y="72428"/>
                      </a:lnTo>
                      <a:cubicBezTo>
                        <a:pt x="144855" y="32428"/>
                        <a:pt x="112427" y="0"/>
                        <a:pt x="72428" y="0"/>
                      </a:cubicBezTo>
                      <a:cubicBezTo>
                        <a:pt x="32428" y="0"/>
                        <a:pt x="0" y="32428"/>
                        <a:pt x="0" y="72428"/>
                      </a:cubicBezTo>
                      <a:lnTo>
                        <a:pt x="0" y="354606"/>
                      </a:lnTo>
                      <a:cubicBezTo>
                        <a:pt x="0" y="394606"/>
                        <a:pt x="32428" y="427034"/>
                        <a:pt x="72428" y="42703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65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CN"/>
                </a:p>
              </p:txBody>
            </p:sp>
            <p:sp>
              <p:nvSpPr>
                <p:cNvPr id="46" name="Freeform 45">
                  <a:extLst>
                    <a:ext uri="{FF2B5EF4-FFF2-40B4-BE49-F238E27FC236}">
                      <a16:creationId xmlns:a16="http://schemas.microsoft.com/office/drawing/2014/main" id="{82B6CBD6-13F4-D61B-6E05-26ED13284EF3}"/>
                    </a:ext>
                  </a:extLst>
                </p:cNvPr>
                <p:cNvSpPr/>
                <p:nvPr/>
              </p:nvSpPr>
              <p:spPr>
                <a:xfrm>
                  <a:off x="3657600" y="992618"/>
                  <a:ext cx="4872821" cy="4868755"/>
                </a:xfrm>
                <a:custGeom>
                  <a:avLst/>
                  <a:gdLst>
                    <a:gd name="connsiteX0" fmla="*/ 4431959 w 4872821"/>
                    <a:gd name="connsiteY0" fmla="*/ 2754851 h 4868755"/>
                    <a:gd name="connsiteX1" fmla="*/ 4872822 w 4872821"/>
                    <a:gd name="connsiteY1" fmla="*/ 2306446 h 4868755"/>
                    <a:gd name="connsiteX2" fmla="*/ 4538148 w 4872821"/>
                    <a:gd name="connsiteY2" fmla="*/ 1872633 h 4868755"/>
                    <a:gd name="connsiteX3" fmla="*/ 4650439 w 4872821"/>
                    <a:gd name="connsiteY3" fmla="*/ 1588002 h 4868755"/>
                    <a:gd name="connsiteX4" fmla="*/ 4650439 w 4872821"/>
                    <a:gd name="connsiteY4" fmla="*/ 1557582 h 4868755"/>
                    <a:gd name="connsiteX5" fmla="*/ 4526095 w 4872821"/>
                    <a:gd name="connsiteY5" fmla="*/ 1260571 h 4868755"/>
                    <a:gd name="connsiteX6" fmla="*/ 4360593 w 4872821"/>
                    <a:gd name="connsiteY6" fmla="*/ 24500 h 4868755"/>
                    <a:gd name="connsiteX7" fmla="*/ 4258171 w 4872821"/>
                    <a:gd name="connsiteY7" fmla="*/ 24500 h 4868755"/>
                    <a:gd name="connsiteX8" fmla="*/ 3809090 w 4872821"/>
                    <a:gd name="connsiteY8" fmla="*/ 473571 h 4868755"/>
                    <a:gd name="connsiteX9" fmla="*/ 3522914 w 4872821"/>
                    <a:gd name="connsiteY9" fmla="*/ 335582 h 4868755"/>
                    <a:gd name="connsiteX10" fmla="*/ 3280184 w 4872821"/>
                    <a:gd name="connsiteY10" fmla="*/ 427884 h 4868755"/>
                    <a:gd name="connsiteX11" fmla="*/ 2710381 w 4872821"/>
                    <a:gd name="connsiteY11" fmla="*/ 192078 h 4868755"/>
                    <a:gd name="connsiteX12" fmla="*/ 2461451 w 4872821"/>
                    <a:gd name="connsiteY12" fmla="*/ 231228 h 4868755"/>
                    <a:gd name="connsiteX13" fmla="*/ 2124788 w 4872821"/>
                    <a:gd name="connsiteY13" fmla="*/ 10 h 4868755"/>
                    <a:gd name="connsiteX14" fmla="*/ 726827 w 4872821"/>
                    <a:gd name="connsiteY14" fmla="*/ 10 h 4868755"/>
                    <a:gd name="connsiteX15" fmla="*/ 654399 w 4872821"/>
                    <a:gd name="connsiteY15" fmla="*/ 72437 h 4868755"/>
                    <a:gd name="connsiteX16" fmla="*/ 726827 w 4872821"/>
                    <a:gd name="connsiteY16" fmla="*/ 144865 h 4868755"/>
                    <a:gd name="connsiteX17" fmla="*/ 2124769 w 4872821"/>
                    <a:gd name="connsiteY17" fmla="*/ 144865 h 4868755"/>
                    <a:gd name="connsiteX18" fmla="*/ 2340748 w 4872821"/>
                    <a:gd name="connsiteY18" fmla="*/ 360854 h 4868755"/>
                    <a:gd name="connsiteX19" fmla="*/ 2340748 w 4872821"/>
                    <a:gd name="connsiteY19" fmla="*/ 2573270 h 4868755"/>
                    <a:gd name="connsiteX20" fmla="*/ 2318518 w 4872821"/>
                    <a:gd name="connsiteY20" fmla="*/ 2606365 h 4868755"/>
                    <a:gd name="connsiteX21" fmla="*/ 2279474 w 4872821"/>
                    <a:gd name="connsiteY21" fmla="*/ 2598301 h 4868755"/>
                    <a:gd name="connsiteX22" fmla="*/ 1823064 w 4872821"/>
                    <a:gd name="connsiteY22" fmla="*/ 2132948 h 4868755"/>
                    <a:gd name="connsiteX23" fmla="*/ 1771360 w 4872821"/>
                    <a:gd name="connsiteY23" fmla="*/ 2111230 h 4868755"/>
                    <a:gd name="connsiteX24" fmla="*/ 360845 w 4872821"/>
                    <a:gd name="connsiteY24" fmla="*/ 2111230 h 4868755"/>
                    <a:gd name="connsiteX25" fmla="*/ 144855 w 4872821"/>
                    <a:gd name="connsiteY25" fmla="*/ 1895240 h 4868755"/>
                    <a:gd name="connsiteX26" fmla="*/ 144855 w 4872821"/>
                    <a:gd name="connsiteY26" fmla="*/ 360845 h 4868755"/>
                    <a:gd name="connsiteX27" fmla="*/ 360845 w 4872821"/>
                    <a:gd name="connsiteY27" fmla="*/ 144855 h 4868755"/>
                    <a:gd name="connsiteX28" fmla="*/ 437097 w 4872821"/>
                    <a:gd name="connsiteY28" fmla="*/ 144855 h 4868755"/>
                    <a:gd name="connsiteX29" fmla="*/ 509524 w 4872821"/>
                    <a:gd name="connsiteY29" fmla="*/ 72428 h 4868755"/>
                    <a:gd name="connsiteX30" fmla="*/ 437097 w 4872821"/>
                    <a:gd name="connsiteY30" fmla="*/ 0 h 4868755"/>
                    <a:gd name="connsiteX31" fmla="*/ 360845 w 4872821"/>
                    <a:gd name="connsiteY31" fmla="*/ 0 h 4868755"/>
                    <a:gd name="connsiteX32" fmla="*/ 0 w 4872821"/>
                    <a:gd name="connsiteY32" fmla="*/ 360845 h 4868755"/>
                    <a:gd name="connsiteX33" fmla="*/ 0 w 4872821"/>
                    <a:gd name="connsiteY33" fmla="*/ 1895240 h 4868755"/>
                    <a:gd name="connsiteX34" fmla="*/ 360845 w 4872821"/>
                    <a:gd name="connsiteY34" fmla="*/ 2256075 h 4868755"/>
                    <a:gd name="connsiteX35" fmla="*/ 1559630 w 4872821"/>
                    <a:gd name="connsiteY35" fmla="*/ 2256075 h 4868755"/>
                    <a:gd name="connsiteX36" fmla="*/ 1556733 w 4872821"/>
                    <a:gd name="connsiteY36" fmla="*/ 2306475 h 4868755"/>
                    <a:gd name="connsiteX37" fmla="*/ 2005302 w 4872821"/>
                    <a:gd name="connsiteY37" fmla="*/ 2755044 h 4868755"/>
                    <a:gd name="connsiteX38" fmla="*/ 2027194 w 4872821"/>
                    <a:gd name="connsiteY38" fmla="*/ 2754484 h 4868755"/>
                    <a:gd name="connsiteX39" fmla="*/ 2386725 w 4872821"/>
                    <a:gd name="connsiteY39" fmla="*/ 3427251 h 4868755"/>
                    <a:gd name="connsiteX40" fmla="*/ 2009261 w 4872821"/>
                    <a:gd name="connsiteY40" fmla="*/ 4309730 h 4868755"/>
                    <a:gd name="connsiteX41" fmla="*/ 2009261 w 4872821"/>
                    <a:gd name="connsiteY41" fmla="*/ 4383288 h 4868755"/>
                    <a:gd name="connsiteX42" fmla="*/ 1591855 w 4872821"/>
                    <a:gd name="connsiteY42" fmla="*/ 3969571 h 4868755"/>
                    <a:gd name="connsiteX43" fmla="*/ 1566921 w 4872821"/>
                    <a:gd name="connsiteY43" fmla="*/ 3953463 h 4868755"/>
                    <a:gd name="connsiteX44" fmla="*/ 1566921 w 4872821"/>
                    <a:gd name="connsiteY44" fmla="*/ 3854256 h 4868755"/>
                    <a:gd name="connsiteX45" fmla="*/ 1365504 w 4872821"/>
                    <a:gd name="connsiteY45" fmla="*/ 3652839 h 4868755"/>
                    <a:gd name="connsiteX46" fmla="*/ 1164087 w 4872821"/>
                    <a:gd name="connsiteY46" fmla="*/ 3854256 h 4868755"/>
                    <a:gd name="connsiteX47" fmla="*/ 1164087 w 4872821"/>
                    <a:gd name="connsiteY47" fmla="*/ 3948576 h 4868755"/>
                    <a:gd name="connsiteX48" fmla="*/ 854029 w 4872821"/>
                    <a:gd name="connsiteY48" fmla="*/ 3948576 h 4868755"/>
                    <a:gd name="connsiteX49" fmla="*/ 599103 w 4872821"/>
                    <a:gd name="connsiteY49" fmla="*/ 4203503 h 4868755"/>
                    <a:gd name="connsiteX50" fmla="*/ 800848 w 4872821"/>
                    <a:gd name="connsiteY50" fmla="*/ 4452818 h 4868755"/>
                    <a:gd name="connsiteX51" fmla="*/ 1072037 w 4872821"/>
                    <a:gd name="connsiteY51" fmla="*/ 4510673 h 4868755"/>
                    <a:gd name="connsiteX52" fmla="*/ 1403591 w 4872821"/>
                    <a:gd name="connsiteY52" fmla="*/ 4844440 h 4868755"/>
                    <a:gd name="connsiteX53" fmla="*/ 1454976 w 4872821"/>
                    <a:gd name="connsiteY53" fmla="*/ 4865820 h 4868755"/>
                    <a:gd name="connsiteX54" fmla="*/ 4377657 w 4872821"/>
                    <a:gd name="connsiteY54" fmla="*/ 4868756 h 4868755"/>
                    <a:gd name="connsiteX55" fmla="*/ 4450085 w 4872821"/>
                    <a:gd name="connsiteY55" fmla="*/ 4796328 h 4868755"/>
                    <a:gd name="connsiteX56" fmla="*/ 4450085 w 4872821"/>
                    <a:gd name="connsiteY56" fmla="*/ 4309710 h 4868755"/>
                    <a:gd name="connsiteX57" fmla="*/ 4377657 w 4872821"/>
                    <a:gd name="connsiteY57" fmla="*/ 4237283 h 4868755"/>
                    <a:gd name="connsiteX58" fmla="*/ 4305230 w 4872821"/>
                    <a:gd name="connsiteY58" fmla="*/ 4309710 h 4868755"/>
                    <a:gd name="connsiteX59" fmla="*/ 4305230 w 4872821"/>
                    <a:gd name="connsiteY59" fmla="*/ 4723901 h 4868755"/>
                    <a:gd name="connsiteX60" fmla="*/ 3686455 w 4872821"/>
                    <a:gd name="connsiteY60" fmla="*/ 4723901 h 4868755"/>
                    <a:gd name="connsiteX61" fmla="*/ 3856786 w 4872821"/>
                    <a:gd name="connsiteY61" fmla="*/ 4553580 h 4868755"/>
                    <a:gd name="connsiteX62" fmla="*/ 3870827 w 4872821"/>
                    <a:gd name="connsiteY62" fmla="*/ 4470944 h 4868755"/>
                    <a:gd name="connsiteX63" fmla="*/ 3798129 w 4872821"/>
                    <a:gd name="connsiteY63" fmla="*/ 4319957 h 4868755"/>
                    <a:gd name="connsiteX64" fmla="*/ 3966026 w 4872821"/>
                    <a:gd name="connsiteY64" fmla="*/ 4319957 h 4868755"/>
                    <a:gd name="connsiteX65" fmla="*/ 4036832 w 4872821"/>
                    <a:gd name="connsiteY65" fmla="*/ 4262797 h 4868755"/>
                    <a:gd name="connsiteX66" fmla="*/ 4147627 w 4872821"/>
                    <a:gd name="connsiteY66" fmla="*/ 3748985 h 4868755"/>
                    <a:gd name="connsiteX67" fmla="*/ 4277273 w 4872821"/>
                    <a:gd name="connsiteY67" fmla="*/ 4064953 h 4868755"/>
                    <a:gd name="connsiteX68" fmla="*/ 4347750 w 4872821"/>
                    <a:gd name="connsiteY68" fmla="*/ 4120983 h 4868755"/>
                    <a:gd name="connsiteX69" fmla="*/ 4364224 w 4872821"/>
                    <a:gd name="connsiteY69" fmla="*/ 4119081 h 4868755"/>
                    <a:gd name="connsiteX70" fmla="*/ 4418352 w 4872821"/>
                    <a:gd name="connsiteY70" fmla="*/ 4032119 h 4868755"/>
                    <a:gd name="connsiteX71" fmla="*/ 4092611 w 4872821"/>
                    <a:gd name="connsiteY71" fmla="*/ 3446623 h 4868755"/>
                    <a:gd name="connsiteX72" fmla="*/ 4072968 w 4872821"/>
                    <a:gd name="connsiteY72" fmla="*/ 3427454 h 4868755"/>
                    <a:gd name="connsiteX73" fmla="*/ 4431959 w 4872821"/>
                    <a:gd name="connsiteY73" fmla="*/ 2754851 h 4868755"/>
                    <a:gd name="connsiteX74" fmla="*/ 4727957 w 4872821"/>
                    <a:gd name="connsiteY74" fmla="*/ 2306446 h 4868755"/>
                    <a:gd name="connsiteX75" fmla="*/ 4448318 w 4872821"/>
                    <a:gd name="connsiteY75" fmla="*/ 2609146 h 4868755"/>
                    <a:gd name="connsiteX76" fmla="*/ 4450037 w 4872821"/>
                    <a:gd name="connsiteY76" fmla="*/ 2545526 h 4868755"/>
                    <a:gd name="connsiteX77" fmla="*/ 4450037 w 4872821"/>
                    <a:gd name="connsiteY77" fmla="*/ 2296857 h 4868755"/>
                    <a:gd name="connsiteX78" fmla="*/ 4528877 w 4872821"/>
                    <a:gd name="connsiteY78" fmla="*/ 2346629 h 4868755"/>
                    <a:gd name="connsiteX79" fmla="*/ 4595336 w 4872821"/>
                    <a:gd name="connsiteY79" fmla="*/ 2390192 h 4868755"/>
                    <a:gd name="connsiteX80" fmla="*/ 4624172 w 4872821"/>
                    <a:gd name="connsiteY80" fmla="*/ 2384166 h 4868755"/>
                    <a:gd name="connsiteX81" fmla="*/ 4661719 w 4872821"/>
                    <a:gd name="connsiteY81" fmla="*/ 2288871 h 4868755"/>
                    <a:gd name="connsiteX82" fmla="*/ 4450046 w 4872821"/>
                    <a:gd name="connsiteY82" fmla="*/ 2152108 h 4868755"/>
                    <a:gd name="connsiteX83" fmla="*/ 4450046 w 4872821"/>
                    <a:gd name="connsiteY83" fmla="*/ 2003959 h 4868755"/>
                    <a:gd name="connsiteX84" fmla="*/ 4727957 w 4872821"/>
                    <a:gd name="connsiteY84" fmla="*/ 2306446 h 4868755"/>
                    <a:gd name="connsiteX85" fmla="*/ 4505584 w 4872821"/>
                    <a:gd name="connsiteY85" fmla="*/ 1557573 h 4868755"/>
                    <a:gd name="connsiteX86" fmla="*/ 4505584 w 4872821"/>
                    <a:gd name="connsiteY86" fmla="*/ 1587992 h 4868755"/>
                    <a:gd name="connsiteX87" fmla="*/ 4449834 w 4872821"/>
                    <a:gd name="connsiteY87" fmla="*/ 1752876 h 4868755"/>
                    <a:gd name="connsiteX88" fmla="*/ 4403924 w 4872821"/>
                    <a:gd name="connsiteY88" fmla="*/ 1430979 h 4868755"/>
                    <a:gd name="connsiteX89" fmla="*/ 4443045 w 4872821"/>
                    <a:gd name="connsiteY89" fmla="*/ 1384065 h 4868755"/>
                    <a:gd name="connsiteX90" fmla="*/ 4505584 w 4872821"/>
                    <a:gd name="connsiteY90" fmla="*/ 1557573 h 4868755"/>
                    <a:gd name="connsiteX91" fmla="*/ 3224260 w 4872821"/>
                    <a:gd name="connsiteY91" fmla="*/ 581981 h 4868755"/>
                    <a:gd name="connsiteX92" fmla="*/ 3283516 w 4872821"/>
                    <a:gd name="connsiteY92" fmla="*/ 608712 h 4868755"/>
                    <a:gd name="connsiteX93" fmla="*/ 3340347 w 4872821"/>
                    <a:gd name="connsiteY93" fmla="*/ 577152 h 4868755"/>
                    <a:gd name="connsiteX94" fmla="*/ 3522894 w 4872821"/>
                    <a:gd name="connsiteY94" fmla="*/ 480428 h 4868755"/>
                    <a:gd name="connsiteX95" fmla="*/ 3727285 w 4872821"/>
                    <a:gd name="connsiteY95" fmla="*/ 618050 h 4868755"/>
                    <a:gd name="connsiteX96" fmla="*/ 3780022 w 4872821"/>
                    <a:gd name="connsiteY96" fmla="*/ 661709 h 4868755"/>
                    <a:gd name="connsiteX97" fmla="*/ 3845564 w 4872821"/>
                    <a:gd name="connsiteY97" fmla="*/ 641922 h 4868755"/>
                    <a:gd name="connsiteX98" fmla="*/ 4307277 w 4872821"/>
                    <a:gd name="connsiteY98" fmla="*/ 180210 h 4868755"/>
                    <a:gd name="connsiteX99" fmla="*/ 4258151 w 4872821"/>
                    <a:gd name="connsiteY99" fmla="*/ 1374726 h 4868755"/>
                    <a:gd name="connsiteX100" fmla="*/ 3195994 w 4872821"/>
                    <a:gd name="connsiteY100" fmla="*/ 1516646 h 4868755"/>
                    <a:gd name="connsiteX101" fmla="*/ 3115609 w 4872821"/>
                    <a:gd name="connsiteY101" fmla="*/ 1522257 h 4868755"/>
                    <a:gd name="connsiteX102" fmla="*/ 2710361 w 4872821"/>
                    <a:gd name="connsiteY102" fmla="*/ 1660999 h 4868755"/>
                    <a:gd name="connsiteX103" fmla="*/ 2485604 w 4872821"/>
                    <a:gd name="connsiteY103" fmla="*/ 1621657 h 4868755"/>
                    <a:gd name="connsiteX104" fmla="*/ 2485604 w 4872821"/>
                    <a:gd name="connsiteY104" fmla="*/ 376267 h 4868755"/>
                    <a:gd name="connsiteX105" fmla="*/ 2710361 w 4872821"/>
                    <a:gd name="connsiteY105" fmla="*/ 336934 h 4868755"/>
                    <a:gd name="connsiteX106" fmla="*/ 3224260 w 4872821"/>
                    <a:gd name="connsiteY106" fmla="*/ 581981 h 4868755"/>
                    <a:gd name="connsiteX107" fmla="*/ 2005292 w 4872821"/>
                    <a:gd name="connsiteY107" fmla="*/ 2610189 h 4868755"/>
                    <a:gd name="connsiteX108" fmla="*/ 1701578 w 4872821"/>
                    <a:gd name="connsiteY108" fmla="*/ 2306475 h 4868755"/>
                    <a:gd name="connsiteX109" fmla="*/ 1705750 w 4872821"/>
                    <a:gd name="connsiteY109" fmla="*/ 2256075 h 4868755"/>
                    <a:gd name="connsiteX110" fmla="*/ 1740931 w 4872821"/>
                    <a:gd name="connsiteY110" fmla="*/ 2256075 h 4868755"/>
                    <a:gd name="connsiteX111" fmla="*/ 2009213 w 4872821"/>
                    <a:gd name="connsiteY111" fmla="*/ 2529620 h 4868755"/>
                    <a:gd name="connsiteX112" fmla="*/ 2009213 w 4872821"/>
                    <a:gd name="connsiteY112" fmla="*/ 2545535 h 4868755"/>
                    <a:gd name="connsiteX113" fmla="*/ 2010922 w 4872821"/>
                    <a:gd name="connsiteY113" fmla="*/ 2610054 h 4868755"/>
                    <a:gd name="connsiteX114" fmla="*/ 2005292 w 4872821"/>
                    <a:gd name="connsiteY114" fmla="*/ 2610189 h 4868755"/>
                    <a:gd name="connsiteX115" fmla="*/ 2163358 w 4872821"/>
                    <a:gd name="connsiteY115" fmla="*/ 2686779 h 4868755"/>
                    <a:gd name="connsiteX116" fmla="*/ 2176048 w 4872821"/>
                    <a:gd name="connsiteY116" fmla="*/ 2699719 h 4868755"/>
                    <a:gd name="connsiteX117" fmla="*/ 2304747 w 4872821"/>
                    <a:gd name="connsiteY117" fmla="*/ 2753972 h 4868755"/>
                    <a:gd name="connsiteX118" fmla="*/ 2373292 w 4872821"/>
                    <a:gd name="connsiteY118" fmla="*/ 2740453 h 4868755"/>
                    <a:gd name="connsiteX119" fmla="*/ 2485594 w 4872821"/>
                    <a:gd name="connsiteY119" fmla="*/ 2573261 h 4868755"/>
                    <a:gd name="connsiteX120" fmla="*/ 2485594 w 4872821"/>
                    <a:gd name="connsiteY120" fmla="*/ 1773900 h 4868755"/>
                    <a:gd name="connsiteX121" fmla="*/ 2710352 w 4872821"/>
                    <a:gd name="connsiteY121" fmla="*/ 1805865 h 4868755"/>
                    <a:gd name="connsiteX122" fmla="*/ 3165690 w 4872821"/>
                    <a:gd name="connsiteY122" fmla="*/ 1664988 h 4868755"/>
                    <a:gd name="connsiteX123" fmla="*/ 4283125 w 4872821"/>
                    <a:gd name="connsiteY123" fmla="*/ 1546853 h 4868755"/>
                    <a:gd name="connsiteX124" fmla="*/ 4305172 w 4872821"/>
                    <a:gd name="connsiteY124" fmla="*/ 1763712 h 4868755"/>
                    <a:gd name="connsiteX125" fmla="*/ 4305172 w 4872821"/>
                    <a:gd name="connsiteY125" fmla="*/ 2545545 h 4868755"/>
                    <a:gd name="connsiteX126" fmla="*/ 3433914 w 4872821"/>
                    <a:gd name="connsiteY126" fmla="*/ 3601599 h 4868755"/>
                    <a:gd name="connsiteX127" fmla="*/ 3229572 w 4872821"/>
                    <a:gd name="connsiteY127" fmla="*/ 3621048 h 4868755"/>
                    <a:gd name="connsiteX128" fmla="*/ 2163358 w 4872821"/>
                    <a:gd name="connsiteY128" fmla="*/ 2686779 h 4868755"/>
                    <a:gd name="connsiteX129" fmla="*/ 3229600 w 4872821"/>
                    <a:gd name="connsiteY129" fmla="*/ 4119525 h 4868755"/>
                    <a:gd name="connsiteX130" fmla="*/ 3115252 w 4872821"/>
                    <a:gd name="connsiteY130" fmla="*/ 3973462 h 4868755"/>
                    <a:gd name="connsiteX131" fmla="*/ 3229630 w 4872821"/>
                    <a:gd name="connsiteY131" fmla="*/ 3848954 h 4868755"/>
                    <a:gd name="connsiteX132" fmla="*/ 3343978 w 4872821"/>
                    <a:gd name="connsiteY132" fmla="*/ 3973433 h 4868755"/>
                    <a:gd name="connsiteX133" fmla="*/ 3229600 w 4872821"/>
                    <a:gd name="connsiteY133" fmla="*/ 4119525 h 4868755"/>
                    <a:gd name="connsiteX134" fmla="*/ 2944786 w 4872821"/>
                    <a:gd name="connsiteY134" fmla="*/ 3944887 h 4868755"/>
                    <a:gd name="connsiteX135" fmla="*/ 2822045 w 4872821"/>
                    <a:gd name="connsiteY135" fmla="*/ 3695823 h 4868755"/>
                    <a:gd name="connsiteX136" fmla="*/ 3114257 w 4872821"/>
                    <a:gd name="connsiteY136" fmla="*/ 3760399 h 4868755"/>
                    <a:gd name="connsiteX137" fmla="*/ 2944786 w 4872821"/>
                    <a:gd name="connsiteY137" fmla="*/ 3944887 h 4868755"/>
                    <a:gd name="connsiteX138" fmla="*/ 3015920 w 4872821"/>
                    <a:gd name="connsiteY138" fmla="*/ 4081573 h 4868755"/>
                    <a:gd name="connsiteX139" fmla="*/ 3137617 w 4872821"/>
                    <a:gd name="connsiteY139" fmla="*/ 4237022 h 4868755"/>
                    <a:gd name="connsiteX140" fmla="*/ 3107613 w 4872821"/>
                    <a:gd name="connsiteY140" fmla="*/ 4275351 h 4868755"/>
                    <a:gd name="connsiteX141" fmla="*/ 3013447 w 4872821"/>
                    <a:gd name="connsiteY141" fmla="*/ 4084257 h 4868755"/>
                    <a:gd name="connsiteX142" fmla="*/ 3015920 w 4872821"/>
                    <a:gd name="connsiteY142" fmla="*/ 4081573 h 4868755"/>
                    <a:gd name="connsiteX143" fmla="*/ 3229600 w 4872821"/>
                    <a:gd name="connsiteY143" fmla="*/ 4354529 h 4868755"/>
                    <a:gd name="connsiteX144" fmla="*/ 3280512 w 4872821"/>
                    <a:gd name="connsiteY144" fmla="*/ 4419579 h 4868755"/>
                    <a:gd name="connsiteX145" fmla="*/ 3229600 w 4872821"/>
                    <a:gd name="connsiteY145" fmla="*/ 4522889 h 4868755"/>
                    <a:gd name="connsiteX146" fmla="*/ 3178689 w 4872821"/>
                    <a:gd name="connsiteY146" fmla="*/ 4419579 h 4868755"/>
                    <a:gd name="connsiteX147" fmla="*/ 3229600 w 4872821"/>
                    <a:gd name="connsiteY147" fmla="*/ 4354529 h 4868755"/>
                    <a:gd name="connsiteX148" fmla="*/ 3351579 w 4872821"/>
                    <a:gd name="connsiteY148" fmla="*/ 4275351 h 4868755"/>
                    <a:gd name="connsiteX149" fmla="*/ 3321574 w 4872821"/>
                    <a:gd name="connsiteY149" fmla="*/ 4237022 h 4868755"/>
                    <a:gd name="connsiteX150" fmla="*/ 3443291 w 4872821"/>
                    <a:gd name="connsiteY150" fmla="*/ 4081544 h 4868755"/>
                    <a:gd name="connsiteX151" fmla="*/ 3445754 w 4872821"/>
                    <a:gd name="connsiteY151" fmla="*/ 4084228 h 4868755"/>
                    <a:gd name="connsiteX152" fmla="*/ 3351579 w 4872821"/>
                    <a:gd name="connsiteY152" fmla="*/ 4275351 h 4868755"/>
                    <a:gd name="connsiteX153" fmla="*/ 3514454 w 4872821"/>
                    <a:gd name="connsiteY153" fmla="*/ 3944887 h 4868755"/>
                    <a:gd name="connsiteX154" fmla="*/ 3345012 w 4872821"/>
                    <a:gd name="connsiteY154" fmla="*/ 3760448 h 4868755"/>
                    <a:gd name="connsiteX155" fmla="*/ 3461302 w 4872821"/>
                    <a:gd name="connsiteY155" fmla="*/ 3743828 h 4868755"/>
                    <a:gd name="connsiteX156" fmla="*/ 3637021 w 4872821"/>
                    <a:gd name="connsiteY156" fmla="*/ 3696170 h 4868755"/>
                    <a:gd name="connsiteX157" fmla="*/ 3514454 w 4872821"/>
                    <a:gd name="connsiteY157" fmla="*/ 3944887 h 4868755"/>
                    <a:gd name="connsiteX158" fmla="*/ 2612275 w 4872821"/>
                    <a:gd name="connsiteY158" fmla="*/ 3597852 h 4868755"/>
                    <a:gd name="connsiteX159" fmla="*/ 3164628 w 4872821"/>
                    <a:gd name="connsiteY159" fmla="*/ 4718753 h 4868755"/>
                    <a:gd name="connsiteX160" fmla="*/ 3167641 w 4872821"/>
                    <a:gd name="connsiteY160" fmla="*/ 4723920 h 4868755"/>
                    <a:gd name="connsiteX161" fmla="*/ 2977600 w 4872821"/>
                    <a:gd name="connsiteY161" fmla="*/ 4723920 h 4868755"/>
                    <a:gd name="connsiteX162" fmla="*/ 2741187 w 4872821"/>
                    <a:gd name="connsiteY162" fmla="*/ 4487506 h 4868755"/>
                    <a:gd name="connsiteX163" fmla="*/ 2841591 w 4872821"/>
                    <a:gd name="connsiteY163" fmla="*/ 4278972 h 4868755"/>
                    <a:gd name="connsiteX164" fmla="*/ 2837660 w 4872821"/>
                    <a:gd name="connsiteY164" fmla="*/ 4209017 h 4868755"/>
                    <a:gd name="connsiteX165" fmla="*/ 2776338 w 4872821"/>
                    <a:gd name="connsiteY165" fmla="*/ 4175120 h 4868755"/>
                    <a:gd name="connsiteX166" fmla="*/ 2551658 w 4872821"/>
                    <a:gd name="connsiteY166" fmla="*/ 4175120 h 4868755"/>
                    <a:gd name="connsiteX167" fmla="*/ 2426435 w 4872821"/>
                    <a:gd name="connsiteY167" fmla="*/ 3594424 h 4868755"/>
                    <a:gd name="connsiteX168" fmla="*/ 2497781 w 4872821"/>
                    <a:gd name="connsiteY168" fmla="*/ 3521523 h 4868755"/>
                    <a:gd name="connsiteX169" fmla="*/ 2612275 w 4872821"/>
                    <a:gd name="connsiteY169" fmla="*/ 3597852 h 4868755"/>
                    <a:gd name="connsiteX170" fmla="*/ 2154116 w 4872821"/>
                    <a:gd name="connsiteY170" fmla="*/ 4309730 h 4868755"/>
                    <a:gd name="connsiteX171" fmla="*/ 2311594 w 4872821"/>
                    <a:gd name="connsiteY171" fmla="*/ 3749013 h 4868755"/>
                    <a:gd name="connsiteX172" fmla="*/ 2422389 w 4872821"/>
                    <a:gd name="connsiteY172" fmla="*/ 4262806 h 4868755"/>
                    <a:gd name="connsiteX173" fmla="*/ 2493194 w 4872821"/>
                    <a:gd name="connsiteY173" fmla="*/ 4319966 h 4868755"/>
                    <a:gd name="connsiteX174" fmla="*/ 2661091 w 4872821"/>
                    <a:gd name="connsiteY174" fmla="*/ 4319966 h 4868755"/>
                    <a:gd name="connsiteX175" fmla="*/ 2588393 w 4872821"/>
                    <a:gd name="connsiteY175" fmla="*/ 4470954 h 4868755"/>
                    <a:gd name="connsiteX176" fmla="*/ 2602434 w 4872821"/>
                    <a:gd name="connsiteY176" fmla="*/ 4553589 h 4868755"/>
                    <a:gd name="connsiteX177" fmla="*/ 2772765 w 4872821"/>
                    <a:gd name="connsiteY177" fmla="*/ 4723910 h 4868755"/>
                    <a:gd name="connsiteX178" fmla="*/ 2352945 w 4872821"/>
                    <a:gd name="connsiteY178" fmla="*/ 4723910 h 4868755"/>
                    <a:gd name="connsiteX179" fmla="*/ 2154126 w 4872821"/>
                    <a:gd name="connsiteY179" fmla="*/ 4526849 h 4868755"/>
                    <a:gd name="connsiteX180" fmla="*/ 2154126 w 4872821"/>
                    <a:gd name="connsiteY180" fmla="*/ 4309730 h 4868755"/>
                    <a:gd name="connsiteX181" fmla="*/ 1308933 w 4872821"/>
                    <a:gd name="connsiteY181" fmla="*/ 3854266 h 4868755"/>
                    <a:gd name="connsiteX182" fmla="*/ 1365494 w 4872821"/>
                    <a:gd name="connsiteY182" fmla="*/ 3797704 h 4868755"/>
                    <a:gd name="connsiteX183" fmla="*/ 1422056 w 4872821"/>
                    <a:gd name="connsiteY183" fmla="*/ 3854266 h 4868755"/>
                    <a:gd name="connsiteX184" fmla="*/ 1422056 w 4872821"/>
                    <a:gd name="connsiteY184" fmla="*/ 3948586 h 4868755"/>
                    <a:gd name="connsiteX185" fmla="*/ 1308924 w 4872821"/>
                    <a:gd name="connsiteY185" fmla="*/ 3948586 h 4868755"/>
                    <a:gd name="connsiteX186" fmla="*/ 1308924 w 4872821"/>
                    <a:gd name="connsiteY186" fmla="*/ 3854266 h 4868755"/>
                    <a:gd name="connsiteX187" fmla="*/ 743949 w 4872821"/>
                    <a:gd name="connsiteY187" fmla="*/ 4203522 h 4868755"/>
                    <a:gd name="connsiteX188" fmla="*/ 854019 w 4872821"/>
                    <a:gd name="connsiteY188" fmla="*/ 4093451 h 4868755"/>
                    <a:gd name="connsiteX189" fmla="*/ 1236496 w 4872821"/>
                    <a:gd name="connsiteY189" fmla="*/ 4093451 h 4868755"/>
                    <a:gd name="connsiteX190" fmla="*/ 1363273 w 4872821"/>
                    <a:gd name="connsiteY190" fmla="*/ 4093451 h 4868755"/>
                    <a:gd name="connsiteX191" fmla="*/ 1085325 w 4872821"/>
                    <a:gd name="connsiteY191" fmla="*/ 4365412 h 4868755"/>
                    <a:gd name="connsiteX192" fmla="*/ 831045 w 4872821"/>
                    <a:gd name="connsiteY192" fmla="*/ 4311169 h 4868755"/>
                    <a:gd name="connsiteX193" fmla="*/ 743949 w 4872821"/>
                    <a:gd name="connsiteY193" fmla="*/ 4203522 h 4868755"/>
                    <a:gd name="connsiteX194" fmla="*/ 1211030 w 4872821"/>
                    <a:gd name="connsiteY194" fmla="*/ 4445083 h 4868755"/>
                    <a:gd name="connsiteX195" fmla="*/ 1540538 w 4872821"/>
                    <a:gd name="connsiteY195" fmla="*/ 4122673 h 4868755"/>
                    <a:gd name="connsiteX196" fmla="*/ 2144189 w 4872821"/>
                    <a:gd name="connsiteY196" fmla="*/ 4720994 h 4868755"/>
                    <a:gd name="connsiteX197" fmla="*/ 1485097 w 4872821"/>
                    <a:gd name="connsiteY197" fmla="*/ 4720994 h 4868755"/>
                    <a:gd name="connsiteX198" fmla="*/ 1211030 w 4872821"/>
                    <a:gd name="connsiteY198" fmla="*/ 4445083 h 4868755"/>
                    <a:gd name="connsiteX199" fmla="*/ 3990159 w 4872821"/>
                    <a:gd name="connsiteY199" fmla="*/ 3549065 h 4868755"/>
                    <a:gd name="connsiteX200" fmla="*/ 4032756 w 4872821"/>
                    <a:gd name="connsiteY200" fmla="*/ 3594405 h 4868755"/>
                    <a:gd name="connsiteX201" fmla="*/ 3907534 w 4872821"/>
                    <a:gd name="connsiteY201" fmla="*/ 4175111 h 4868755"/>
                    <a:gd name="connsiteX202" fmla="*/ 3682853 w 4872821"/>
                    <a:gd name="connsiteY202" fmla="*/ 4175111 h 4868755"/>
                    <a:gd name="connsiteX203" fmla="*/ 3621531 w 4872821"/>
                    <a:gd name="connsiteY203" fmla="*/ 4209007 h 4868755"/>
                    <a:gd name="connsiteX204" fmla="*/ 3617601 w 4872821"/>
                    <a:gd name="connsiteY204" fmla="*/ 4278963 h 4868755"/>
                    <a:gd name="connsiteX205" fmla="*/ 3718005 w 4872821"/>
                    <a:gd name="connsiteY205" fmla="*/ 4487496 h 4868755"/>
                    <a:gd name="connsiteX206" fmla="*/ 3481591 w 4872821"/>
                    <a:gd name="connsiteY206" fmla="*/ 4723910 h 4868755"/>
                    <a:gd name="connsiteX207" fmla="*/ 3291550 w 4872821"/>
                    <a:gd name="connsiteY207" fmla="*/ 4723910 h 4868755"/>
                    <a:gd name="connsiteX208" fmla="*/ 3294564 w 4872821"/>
                    <a:gd name="connsiteY208" fmla="*/ 4718744 h 4868755"/>
                    <a:gd name="connsiteX209" fmla="*/ 3846511 w 4872821"/>
                    <a:gd name="connsiteY209" fmla="*/ 3598741 h 4868755"/>
                    <a:gd name="connsiteX210" fmla="*/ 3961855 w 4872821"/>
                    <a:gd name="connsiteY210" fmla="*/ 3521929 h 4868755"/>
                    <a:gd name="connsiteX211" fmla="*/ 3990159 w 4872821"/>
                    <a:gd name="connsiteY211" fmla="*/ 3549065 h 48687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</a:cxnLst>
                  <a:rect l="l" t="t" r="r" b="b"/>
                  <a:pathLst>
                    <a:path w="4872821" h="4868755">
                      <a:moveTo>
                        <a:pt x="4431959" y="2754851"/>
                      </a:moveTo>
                      <a:cubicBezTo>
                        <a:pt x="4675751" y="2750689"/>
                        <a:pt x="4872822" y="2551204"/>
                        <a:pt x="4872822" y="2306446"/>
                      </a:cubicBezTo>
                      <a:cubicBezTo>
                        <a:pt x="4872822" y="2098482"/>
                        <a:pt x="4730506" y="1923169"/>
                        <a:pt x="4538148" y="1872633"/>
                      </a:cubicBezTo>
                      <a:cubicBezTo>
                        <a:pt x="4608847" y="1796574"/>
                        <a:pt x="4650439" y="1695234"/>
                        <a:pt x="4650439" y="1588002"/>
                      </a:cubicBezTo>
                      <a:lnTo>
                        <a:pt x="4650439" y="1557582"/>
                      </a:lnTo>
                      <a:cubicBezTo>
                        <a:pt x="4650439" y="1445233"/>
                        <a:pt x="4604820" y="1338397"/>
                        <a:pt x="4526095" y="1260571"/>
                      </a:cubicBezTo>
                      <a:cubicBezTo>
                        <a:pt x="4750110" y="868370"/>
                        <a:pt x="4694997" y="358904"/>
                        <a:pt x="4360593" y="24500"/>
                      </a:cubicBezTo>
                      <a:cubicBezTo>
                        <a:pt x="4332308" y="-3786"/>
                        <a:pt x="4286447" y="-3786"/>
                        <a:pt x="4258171" y="24500"/>
                      </a:cubicBezTo>
                      <a:lnTo>
                        <a:pt x="3809090" y="473571"/>
                      </a:lnTo>
                      <a:cubicBezTo>
                        <a:pt x="3740969" y="387556"/>
                        <a:pt x="3636693" y="335582"/>
                        <a:pt x="3522914" y="335582"/>
                      </a:cubicBezTo>
                      <a:cubicBezTo>
                        <a:pt x="3432418" y="335582"/>
                        <a:pt x="3346383" y="369063"/>
                        <a:pt x="3280184" y="427884"/>
                      </a:cubicBezTo>
                      <a:cubicBezTo>
                        <a:pt x="3129525" y="277108"/>
                        <a:pt x="2926109" y="192078"/>
                        <a:pt x="2710381" y="192078"/>
                      </a:cubicBezTo>
                      <a:cubicBezTo>
                        <a:pt x="2624771" y="192078"/>
                        <a:pt x="2541363" y="205231"/>
                        <a:pt x="2461451" y="231228"/>
                      </a:cubicBezTo>
                      <a:cubicBezTo>
                        <a:pt x="2409255" y="96126"/>
                        <a:pt x="2278074" y="10"/>
                        <a:pt x="2124788" y="10"/>
                      </a:cubicBezTo>
                      <a:lnTo>
                        <a:pt x="726827" y="10"/>
                      </a:lnTo>
                      <a:cubicBezTo>
                        <a:pt x="686827" y="10"/>
                        <a:pt x="654399" y="32438"/>
                        <a:pt x="654399" y="72437"/>
                      </a:cubicBezTo>
                      <a:cubicBezTo>
                        <a:pt x="654399" y="112437"/>
                        <a:pt x="686827" y="144865"/>
                        <a:pt x="726827" y="144865"/>
                      </a:cubicBezTo>
                      <a:lnTo>
                        <a:pt x="2124769" y="144865"/>
                      </a:lnTo>
                      <a:cubicBezTo>
                        <a:pt x="2243859" y="144865"/>
                        <a:pt x="2340748" y="241754"/>
                        <a:pt x="2340748" y="360854"/>
                      </a:cubicBezTo>
                      <a:lnTo>
                        <a:pt x="2340748" y="2573270"/>
                      </a:lnTo>
                      <a:cubicBezTo>
                        <a:pt x="2340748" y="2594941"/>
                        <a:pt x="2325200" y="2603642"/>
                        <a:pt x="2318518" y="2606365"/>
                      </a:cubicBezTo>
                      <a:cubicBezTo>
                        <a:pt x="2311845" y="2609098"/>
                        <a:pt x="2294646" y="2613772"/>
                        <a:pt x="2279474" y="2598301"/>
                      </a:cubicBezTo>
                      <a:lnTo>
                        <a:pt x="1823064" y="2132948"/>
                      </a:lnTo>
                      <a:cubicBezTo>
                        <a:pt x="1809438" y="2119062"/>
                        <a:pt x="1790809" y="2111230"/>
                        <a:pt x="1771360" y="2111230"/>
                      </a:cubicBezTo>
                      <a:lnTo>
                        <a:pt x="360845" y="2111230"/>
                      </a:lnTo>
                      <a:cubicBezTo>
                        <a:pt x="241744" y="2111220"/>
                        <a:pt x="144855" y="2014331"/>
                        <a:pt x="144855" y="1895240"/>
                      </a:cubicBezTo>
                      <a:lnTo>
                        <a:pt x="144855" y="360845"/>
                      </a:lnTo>
                      <a:cubicBezTo>
                        <a:pt x="144855" y="241744"/>
                        <a:pt x="241744" y="144855"/>
                        <a:pt x="360845" y="144855"/>
                      </a:cubicBezTo>
                      <a:lnTo>
                        <a:pt x="437097" y="144855"/>
                      </a:lnTo>
                      <a:cubicBezTo>
                        <a:pt x="477096" y="144855"/>
                        <a:pt x="509524" y="112427"/>
                        <a:pt x="509524" y="72428"/>
                      </a:cubicBezTo>
                      <a:cubicBezTo>
                        <a:pt x="509524" y="32428"/>
                        <a:pt x="477096" y="0"/>
                        <a:pt x="437097" y="0"/>
                      </a:cubicBezTo>
                      <a:lnTo>
                        <a:pt x="360845" y="0"/>
                      </a:lnTo>
                      <a:cubicBezTo>
                        <a:pt x="161871" y="0"/>
                        <a:pt x="0" y="161871"/>
                        <a:pt x="0" y="360845"/>
                      </a:cubicBezTo>
                      <a:lnTo>
                        <a:pt x="0" y="1895240"/>
                      </a:lnTo>
                      <a:cubicBezTo>
                        <a:pt x="0" y="2094204"/>
                        <a:pt x="161871" y="2256075"/>
                        <a:pt x="360845" y="2256075"/>
                      </a:cubicBezTo>
                      <a:lnTo>
                        <a:pt x="1559630" y="2256075"/>
                      </a:lnTo>
                      <a:cubicBezTo>
                        <a:pt x="1557756" y="2272753"/>
                        <a:pt x="1556733" y="2289556"/>
                        <a:pt x="1556733" y="2306475"/>
                      </a:cubicBezTo>
                      <a:cubicBezTo>
                        <a:pt x="1556733" y="2553821"/>
                        <a:pt x="1757956" y="2755044"/>
                        <a:pt x="2005302" y="2755044"/>
                      </a:cubicBezTo>
                      <a:cubicBezTo>
                        <a:pt x="2012612" y="2755044"/>
                        <a:pt x="2019913" y="2754832"/>
                        <a:pt x="2027194" y="2754484"/>
                      </a:cubicBezTo>
                      <a:cubicBezTo>
                        <a:pt x="2072640" y="3016779"/>
                        <a:pt x="2202064" y="3250653"/>
                        <a:pt x="2386725" y="3427251"/>
                      </a:cubicBezTo>
                      <a:cubicBezTo>
                        <a:pt x="2145918" y="3657194"/>
                        <a:pt x="2009261" y="3974322"/>
                        <a:pt x="2009261" y="4309730"/>
                      </a:cubicBezTo>
                      <a:lnTo>
                        <a:pt x="2009261" y="4383288"/>
                      </a:lnTo>
                      <a:lnTo>
                        <a:pt x="1591855" y="3969571"/>
                      </a:lnTo>
                      <a:cubicBezTo>
                        <a:pt x="1584516" y="3962299"/>
                        <a:pt x="1575989" y="3956958"/>
                        <a:pt x="1566921" y="3953463"/>
                      </a:cubicBezTo>
                      <a:lnTo>
                        <a:pt x="1566921" y="3854256"/>
                      </a:lnTo>
                      <a:cubicBezTo>
                        <a:pt x="1566921" y="3743190"/>
                        <a:pt x="1476570" y="3652839"/>
                        <a:pt x="1365504" y="3652839"/>
                      </a:cubicBezTo>
                      <a:cubicBezTo>
                        <a:pt x="1254439" y="3652839"/>
                        <a:pt x="1164087" y="3743200"/>
                        <a:pt x="1164087" y="3854256"/>
                      </a:cubicBezTo>
                      <a:lnTo>
                        <a:pt x="1164087" y="3948576"/>
                      </a:lnTo>
                      <a:lnTo>
                        <a:pt x="854029" y="3948576"/>
                      </a:lnTo>
                      <a:cubicBezTo>
                        <a:pt x="713461" y="3948576"/>
                        <a:pt x="599103" y="4062935"/>
                        <a:pt x="599103" y="4203503"/>
                      </a:cubicBezTo>
                      <a:cubicBezTo>
                        <a:pt x="599103" y="4323027"/>
                        <a:pt x="683949" y="4427883"/>
                        <a:pt x="800848" y="4452818"/>
                      </a:cubicBezTo>
                      <a:lnTo>
                        <a:pt x="1072037" y="4510673"/>
                      </a:lnTo>
                      <a:lnTo>
                        <a:pt x="1403591" y="4844440"/>
                      </a:lnTo>
                      <a:cubicBezTo>
                        <a:pt x="1417188" y="4858123"/>
                        <a:pt x="1435682" y="4865820"/>
                        <a:pt x="1454976" y="4865820"/>
                      </a:cubicBezTo>
                      <a:lnTo>
                        <a:pt x="4377657" y="4868756"/>
                      </a:lnTo>
                      <a:cubicBezTo>
                        <a:pt x="4417657" y="4868756"/>
                        <a:pt x="4450085" y="4836328"/>
                        <a:pt x="4450085" y="4796328"/>
                      </a:cubicBezTo>
                      <a:lnTo>
                        <a:pt x="4450085" y="4309710"/>
                      </a:lnTo>
                      <a:cubicBezTo>
                        <a:pt x="4450085" y="4269711"/>
                        <a:pt x="4417657" y="4237283"/>
                        <a:pt x="4377657" y="4237283"/>
                      </a:cubicBezTo>
                      <a:cubicBezTo>
                        <a:pt x="4337658" y="4237283"/>
                        <a:pt x="4305230" y="4269711"/>
                        <a:pt x="4305230" y="4309710"/>
                      </a:cubicBezTo>
                      <a:lnTo>
                        <a:pt x="4305230" y="4723901"/>
                      </a:lnTo>
                      <a:lnTo>
                        <a:pt x="3686455" y="4723901"/>
                      </a:lnTo>
                      <a:lnTo>
                        <a:pt x="3856786" y="4553580"/>
                      </a:lnTo>
                      <a:cubicBezTo>
                        <a:pt x="3878553" y="4531822"/>
                        <a:pt x="3884183" y="4498679"/>
                        <a:pt x="3870827" y="4470944"/>
                      </a:cubicBezTo>
                      <a:lnTo>
                        <a:pt x="3798129" y="4319957"/>
                      </a:lnTo>
                      <a:lnTo>
                        <a:pt x="3966026" y="4319957"/>
                      </a:lnTo>
                      <a:cubicBezTo>
                        <a:pt x="4000145" y="4319957"/>
                        <a:pt x="4029637" y="4296142"/>
                        <a:pt x="4036832" y="4262797"/>
                      </a:cubicBezTo>
                      <a:lnTo>
                        <a:pt x="4147627" y="3748985"/>
                      </a:lnTo>
                      <a:cubicBezTo>
                        <a:pt x="4207259" y="3846414"/>
                        <a:pt x="4251208" y="3952922"/>
                        <a:pt x="4277273" y="4064953"/>
                      </a:cubicBezTo>
                      <a:cubicBezTo>
                        <a:pt x="4285056" y="4098395"/>
                        <a:pt x="4314829" y="4120983"/>
                        <a:pt x="4347750" y="4120983"/>
                      </a:cubicBezTo>
                      <a:cubicBezTo>
                        <a:pt x="4353186" y="4120983"/>
                        <a:pt x="4358701" y="4120365"/>
                        <a:pt x="4364224" y="4119081"/>
                      </a:cubicBezTo>
                      <a:cubicBezTo>
                        <a:pt x="4403181" y="4110013"/>
                        <a:pt x="4427420" y="4071085"/>
                        <a:pt x="4418352" y="4032119"/>
                      </a:cubicBezTo>
                      <a:cubicBezTo>
                        <a:pt x="4366851" y="3810770"/>
                        <a:pt x="4254212" y="3608311"/>
                        <a:pt x="4092611" y="3446623"/>
                      </a:cubicBezTo>
                      <a:cubicBezTo>
                        <a:pt x="4086189" y="3440201"/>
                        <a:pt x="4079632" y="3433808"/>
                        <a:pt x="4072968" y="3427454"/>
                      </a:cubicBezTo>
                      <a:cubicBezTo>
                        <a:pt x="4258335" y="3249851"/>
                        <a:pt x="4386658" y="3015176"/>
                        <a:pt x="4431959" y="2754851"/>
                      </a:cubicBezTo>
                      <a:close/>
                      <a:moveTo>
                        <a:pt x="4727957" y="2306446"/>
                      </a:moveTo>
                      <a:cubicBezTo>
                        <a:pt x="4727957" y="2465816"/>
                        <a:pt x="4604569" y="2596814"/>
                        <a:pt x="4448318" y="2609146"/>
                      </a:cubicBezTo>
                      <a:cubicBezTo>
                        <a:pt x="4449409" y="2588055"/>
                        <a:pt x="4450037" y="2566848"/>
                        <a:pt x="4450037" y="2545526"/>
                      </a:cubicBezTo>
                      <a:lnTo>
                        <a:pt x="4450037" y="2296857"/>
                      </a:lnTo>
                      <a:cubicBezTo>
                        <a:pt x="4479346" y="2298644"/>
                        <a:pt x="4512759" y="2309566"/>
                        <a:pt x="4528877" y="2346629"/>
                      </a:cubicBezTo>
                      <a:cubicBezTo>
                        <a:pt x="4540736" y="2373911"/>
                        <a:pt x="4567370" y="2390192"/>
                        <a:pt x="4595336" y="2390192"/>
                      </a:cubicBezTo>
                      <a:cubicBezTo>
                        <a:pt x="4604974" y="2390192"/>
                        <a:pt x="4614776" y="2388261"/>
                        <a:pt x="4624172" y="2384166"/>
                      </a:cubicBezTo>
                      <a:cubicBezTo>
                        <a:pt x="4660859" y="2368223"/>
                        <a:pt x="4677672" y="2325548"/>
                        <a:pt x="4661719" y="2288871"/>
                      </a:cubicBezTo>
                      <a:cubicBezTo>
                        <a:pt x="4617142" y="2186352"/>
                        <a:pt x="4527032" y="2154821"/>
                        <a:pt x="4450046" y="2152108"/>
                      </a:cubicBezTo>
                      <a:lnTo>
                        <a:pt x="4450046" y="2003959"/>
                      </a:lnTo>
                      <a:cubicBezTo>
                        <a:pt x="4605476" y="2017112"/>
                        <a:pt x="4727957" y="2147704"/>
                        <a:pt x="4727957" y="2306446"/>
                      </a:cubicBezTo>
                      <a:close/>
                      <a:moveTo>
                        <a:pt x="4505584" y="1557573"/>
                      </a:moveTo>
                      <a:lnTo>
                        <a:pt x="4505584" y="1587992"/>
                      </a:lnTo>
                      <a:cubicBezTo>
                        <a:pt x="4505584" y="1648581"/>
                        <a:pt x="4485208" y="1706252"/>
                        <a:pt x="4449834" y="1752876"/>
                      </a:cubicBezTo>
                      <a:cubicBezTo>
                        <a:pt x="4448878" y="1643288"/>
                        <a:pt x="4433513" y="1535255"/>
                        <a:pt x="4403924" y="1430979"/>
                      </a:cubicBezTo>
                      <a:cubicBezTo>
                        <a:pt x="4417502" y="1415643"/>
                        <a:pt x="4430549" y="1399999"/>
                        <a:pt x="4443045" y="1384065"/>
                      </a:cubicBezTo>
                      <a:cubicBezTo>
                        <a:pt x="4482900" y="1432418"/>
                        <a:pt x="4505584" y="1493624"/>
                        <a:pt x="4505584" y="1557573"/>
                      </a:cubicBezTo>
                      <a:close/>
                      <a:moveTo>
                        <a:pt x="3224260" y="581981"/>
                      </a:moveTo>
                      <a:cubicBezTo>
                        <a:pt x="3238678" y="599750"/>
                        <a:pt x="3260522" y="609648"/>
                        <a:pt x="3283516" y="608712"/>
                      </a:cubicBezTo>
                      <a:cubicBezTo>
                        <a:pt x="3306384" y="607765"/>
                        <a:pt x="3327446" y="596061"/>
                        <a:pt x="3340347" y="577152"/>
                      </a:cubicBezTo>
                      <a:cubicBezTo>
                        <a:pt x="3381650" y="516593"/>
                        <a:pt x="3449897" y="480428"/>
                        <a:pt x="3522894" y="480428"/>
                      </a:cubicBezTo>
                      <a:cubicBezTo>
                        <a:pt x="3612985" y="480428"/>
                        <a:pt x="3693215" y="534449"/>
                        <a:pt x="3727285" y="618050"/>
                      </a:cubicBezTo>
                      <a:cubicBezTo>
                        <a:pt x="3736440" y="640512"/>
                        <a:pt x="3756247" y="656910"/>
                        <a:pt x="3780022" y="661709"/>
                      </a:cubicBezTo>
                      <a:cubicBezTo>
                        <a:pt x="3803798" y="666509"/>
                        <a:pt x="3828414" y="659083"/>
                        <a:pt x="3845564" y="641922"/>
                      </a:cubicBezTo>
                      <a:lnTo>
                        <a:pt x="4307277" y="180210"/>
                      </a:lnTo>
                      <a:cubicBezTo>
                        <a:pt x="4601314" y="526501"/>
                        <a:pt x="4584926" y="1047942"/>
                        <a:pt x="4258151" y="1374726"/>
                      </a:cubicBezTo>
                      <a:cubicBezTo>
                        <a:pt x="3977238" y="1655640"/>
                        <a:pt x="3540460" y="1713997"/>
                        <a:pt x="3195994" y="1516646"/>
                      </a:cubicBezTo>
                      <a:cubicBezTo>
                        <a:pt x="3170538" y="1502064"/>
                        <a:pt x="3138796" y="1504276"/>
                        <a:pt x="3115609" y="1522257"/>
                      </a:cubicBezTo>
                      <a:cubicBezTo>
                        <a:pt x="2998556" y="1613023"/>
                        <a:pt x="2858423" y="1660999"/>
                        <a:pt x="2710361" y="1660999"/>
                      </a:cubicBezTo>
                      <a:cubicBezTo>
                        <a:pt x="2632671" y="1660999"/>
                        <a:pt x="2557307" y="1647654"/>
                        <a:pt x="2485604" y="1621657"/>
                      </a:cubicBezTo>
                      <a:lnTo>
                        <a:pt x="2485604" y="376267"/>
                      </a:lnTo>
                      <a:cubicBezTo>
                        <a:pt x="2557307" y="350280"/>
                        <a:pt x="2632671" y="336934"/>
                        <a:pt x="2710361" y="336934"/>
                      </a:cubicBezTo>
                      <a:cubicBezTo>
                        <a:pt x="2910600" y="336924"/>
                        <a:pt x="3097917" y="426242"/>
                        <a:pt x="3224260" y="581981"/>
                      </a:cubicBezTo>
                      <a:close/>
                      <a:moveTo>
                        <a:pt x="2005292" y="2610189"/>
                      </a:moveTo>
                      <a:cubicBezTo>
                        <a:pt x="1837829" y="2610189"/>
                        <a:pt x="1701578" y="2473948"/>
                        <a:pt x="1701578" y="2306475"/>
                      </a:cubicBezTo>
                      <a:cubicBezTo>
                        <a:pt x="1701578" y="2289489"/>
                        <a:pt x="1702979" y="2272647"/>
                        <a:pt x="1705750" y="2256075"/>
                      </a:cubicBezTo>
                      <a:lnTo>
                        <a:pt x="1740931" y="2256075"/>
                      </a:lnTo>
                      <a:lnTo>
                        <a:pt x="2009213" y="2529620"/>
                      </a:lnTo>
                      <a:lnTo>
                        <a:pt x="2009213" y="2545535"/>
                      </a:lnTo>
                      <a:cubicBezTo>
                        <a:pt x="2009213" y="2567177"/>
                        <a:pt x="2009802" y="2588683"/>
                        <a:pt x="2010922" y="2610054"/>
                      </a:cubicBezTo>
                      <a:cubicBezTo>
                        <a:pt x="2009048" y="2610083"/>
                        <a:pt x="2007175" y="2610189"/>
                        <a:pt x="2005292" y="2610189"/>
                      </a:cubicBezTo>
                      <a:close/>
                      <a:moveTo>
                        <a:pt x="2163358" y="2686779"/>
                      </a:moveTo>
                      <a:lnTo>
                        <a:pt x="2176048" y="2699719"/>
                      </a:lnTo>
                      <a:cubicBezTo>
                        <a:pt x="2210803" y="2735161"/>
                        <a:pt x="2257263" y="2753982"/>
                        <a:pt x="2304747" y="2753972"/>
                      </a:cubicBezTo>
                      <a:cubicBezTo>
                        <a:pt x="2327760" y="2753972"/>
                        <a:pt x="2351023" y="2749549"/>
                        <a:pt x="2373292" y="2740453"/>
                      </a:cubicBezTo>
                      <a:cubicBezTo>
                        <a:pt x="2441510" y="2712583"/>
                        <a:pt x="2485594" y="2646953"/>
                        <a:pt x="2485594" y="2573261"/>
                      </a:cubicBezTo>
                      <a:lnTo>
                        <a:pt x="2485594" y="1773900"/>
                      </a:lnTo>
                      <a:cubicBezTo>
                        <a:pt x="2558128" y="1794971"/>
                        <a:pt x="2633318" y="1805865"/>
                        <a:pt x="2710352" y="1805865"/>
                      </a:cubicBezTo>
                      <a:cubicBezTo>
                        <a:pt x="2874830" y="1805865"/>
                        <a:pt x="3031255" y="1757309"/>
                        <a:pt x="3165690" y="1664988"/>
                      </a:cubicBezTo>
                      <a:cubicBezTo>
                        <a:pt x="3528833" y="1851291"/>
                        <a:pt x="3969107" y="1802736"/>
                        <a:pt x="4283125" y="1546853"/>
                      </a:cubicBezTo>
                      <a:cubicBezTo>
                        <a:pt x="4297688" y="1617794"/>
                        <a:pt x="4305172" y="1690347"/>
                        <a:pt x="4305172" y="1763712"/>
                      </a:cubicBezTo>
                      <a:lnTo>
                        <a:pt x="4305172" y="2545545"/>
                      </a:lnTo>
                      <a:cubicBezTo>
                        <a:pt x="4305172" y="3060467"/>
                        <a:pt x="3938774" y="3504604"/>
                        <a:pt x="3433914" y="3601599"/>
                      </a:cubicBezTo>
                      <a:cubicBezTo>
                        <a:pt x="3367001" y="3614511"/>
                        <a:pt x="3298252" y="3621048"/>
                        <a:pt x="3229572" y="3621048"/>
                      </a:cubicBezTo>
                      <a:cubicBezTo>
                        <a:pt x="2684423" y="3621039"/>
                        <a:pt x="2232744" y="3213299"/>
                        <a:pt x="2163358" y="2686779"/>
                      </a:cubicBezTo>
                      <a:close/>
                      <a:moveTo>
                        <a:pt x="3229600" y="4119525"/>
                      </a:moveTo>
                      <a:lnTo>
                        <a:pt x="3115252" y="3973462"/>
                      </a:lnTo>
                      <a:lnTo>
                        <a:pt x="3229630" y="3848954"/>
                      </a:lnTo>
                      <a:lnTo>
                        <a:pt x="3343978" y="3973433"/>
                      </a:lnTo>
                      <a:lnTo>
                        <a:pt x="3229600" y="4119525"/>
                      </a:lnTo>
                      <a:close/>
                      <a:moveTo>
                        <a:pt x="2944786" y="3944887"/>
                      </a:moveTo>
                      <a:lnTo>
                        <a:pt x="2822045" y="3695823"/>
                      </a:lnTo>
                      <a:cubicBezTo>
                        <a:pt x="2914839" y="3728801"/>
                        <a:pt x="3012752" y="3750839"/>
                        <a:pt x="3114257" y="3760399"/>
                      </a:cubicBezTo>
                      <a:lnTo>
                        <a:pt x="2944786" y="3944887"/>
                      </a:lnTo>
                      <a:close/>
                      <a:moveTo>
                        <a:pt x="3015920" y="4081573"/>
                      </a:moveTo>
                      <a:lnTo>
                        <a:pt x="3137617" y="4237022"/>
                      </a:lnTo>
                      <a:lnTo>
                        <a:pt x="3107613" y="4275351"/>
                      </a:lnTo>
                      <a:lnTo>
                        <a:pt x="3013447" y="4084257"/>
                      </a:lnTo>
                      <a:lnTo>
                        <a:pt x="3015920" y="4081573"/>
                      </a:lnTo>
                      <a:close/>
                      <a:moveTo>
                        <a:pt x="3229600" y="4354529"/>
                      </a:moveTo>
                      <a:lnTo>
                        <a:pt x="3280512" y="4419579"/>
                      </a:lnTo>
                      <a:lnTo>
                        <a:pt x="3229600" y="4522889"/>
                      </a:lnTo>
                      <a:lnTo>
                        <a:pt x="3178689" y="4419579"/>
                      </a:lnTo>
                      <a:lnTo>
                        <a:pt x="3229600" y="4354529"/>
                      </a:lnTo>
                      <a:close/>
                      <a:moveTo>
                        <a:pt x="3351579" y="4275351"/>
                      </a:moveTo>
                      <a:lnTo>
                        <a:pt x="3321574" y="4237022"/>
                      </a:lnTo>
                      <a:lnTo>
                        <a:pt x="3443291" y="4081544"/>
                      </a:lnTo>
                      <a:lnTo>
                        <a:pt x="3445754" y="4084228"/>
                      </a:lnTo>
                      <a:lnTo>
                        <a:pt x="3351579" y="4275351"/>
                      </a:lnTo>
                      <a:close/>
                      <a:moveTo>
                        <a:pt x="3514454" y="3944887"/>
                      </a:moveTo>
                      <a:lnTo>
                        <a:pt x="3345012" y="3760448"/>
                      </a:lnTo>
                      <a:cubicBezTo>
                        <a:pt x="3384123" y="3756758"/>
                        <a:pt x="3422982" y="3751225"/>
                        <a:pt x="3461302" y="3743828"/>
                      </a:cubicBezTo>
                      <a:cubicBezTo>
                        <a:pt x="3521735" y="3732220"/>
                        <a:pt x="3580392" y="3716180"/>
                        <a:pt x="3637021" y="3696170"/>
                      </a:cubicBezTo>
                      <a:lnTo>
                        <a:pt x="3514454" y="3944887"/>
                      </a:lnTo>
                      <a:close/>
                      <a:moveTo>
                        <a:pt x="2612275" y="3597852"/>
                      </a:moveTo>
                      <a:lnTo>
                        <a:pt x="3164628" y="4718753"/>
                      </a:lnTo>
                      <a:cubicBezTo>
                        <a:pt x="3165517" y="4720559"/>
                        <a:pt x="3166617" y="4722210"/>
                        <a:pt x="3167641" y="4723920"/>
                      </a:cubicBezTo>
                      <a:lnTo>
                        <a:pt x="2977600" y="4723920"/>
                      </a:lnTo>
                      <a:lnTo>
                        <a:pt x="2741187" y="4487506"/>
                      </a:lnTo>
                      <a:lnTo>
                        <a:pt x="2841591" y="4278972"/>
                      </a:lnTo>
                      <a:cubicBezTo>
                        <a:pt x="2852397" y="4256529"/>
                        <a:pt x="2850910" y="4230108"/>
                        <a:pt x="2837660" y="4209017"/>
                      </a:cubicBezTo>
                      <a:cubicBezTo>
                        <a:pt x="2824411" y="4187926"/>
                        <a:pt x="2801244" y="4175120"/>
                        <a:pt x="2776338" y="4175120"/>
                      </a:cubicBezTo>
                      <a:lnTo>
                        <a:pt x="2551658" y="4175120"/>
                      </a:lnTo>
                      <a:lnTo>
                        <a:pt x="2426435" y="3594424"/>
                      </a:lnTo>
                      <a:cubicBezTo>
                        <a:pt x="2448965" y="3569151"/>
                        <a:pt x="2472731" y="3544787"/>
                        <a:pt x="2497781" y="3521523"/>
                      </a:cubicBezTo>
                      <a:cubicBezTo>
                        <a:pt x="2534401" y="3549045"/>
                        <a:pt x="2572643" y="3574511"/>
                        <a:pt x="2612275" y="3597852"/>
                      </a:cubicBezTo>
                      <a:close/>
                      <a:moveTo>
                        <a:pt x="2154116" y="4309730"/>
                      </a:moveTo>
                      <a:cubicBezTo>
                        <a:pt x="2154116" y="4109095"/>
                        <a:pt x="2209596" y="3915858"/>
                        <a:pt x="2311594" y="3749013"/>
                      </a:cubicBezTo>
                      <a:lnTo>
                        <a:pt x="2422389" y="4262806"/>
                      </a:lnTo>
                      <a:cubicBezTo>
                        <a:pt x="2429583" y="4296162"/>
                        <a:pt x="2459076" y="4319966"/>
                        <a:pt x="2493194" y="4319966"/>
                      </a:cubicBezTo>
                      <a:lnTo>
                        <a:pt x="2661091" y="4319966"/>
                      </a:lnTo>
                      <a:lnTo>
                        <a:pt x="2588393" y="4470954"/>
                      </a:lnTo>
                      <a:cubicBezTo>
                        <a:pt x="2575037" y="4498689"/>
                        <a:pt x="2580667" y="4531822"/>
                        <a:pt x="2602434" y="4553589"/>
                      </a:cubicBezTo>
                      <a:lnTo>
                        <a:pt x="2772765" y="4723910"/>
                      </a:lnTo>
                      <a:lnTo>
                        <a:pt x="2352945" y="4723910"/>
                      </a:lnTo>
                      <a:lnTo>
                        <a:pt x="2154126" y="4526849"/>
                      </a:lnTo>
                      <a:lnTo>
                        <a:pt x="2154126" y="4309730"/>
                      </a:lnTo>
                      <a:close/>
                      <a:moveTo>
                        <a:pt x="1308933" y="3854266"/>
                      </a:moveTo>
                      <a:cubicBezTo>
                        <a:pt x="1308933" y="3823073"/>
                        <a:pt x="1334302" y="3797704"/>
                        <a:pt x="1365494" y="3797704"/>
                      </a:cubicBezTo>
                      <a:cubicBezTo>
                        <a:pt x="1396687" y="3797704"/>
                        <a:pt x="1422056" y="3823083"/>
                        <a:pt x="1422056" y="3854266"/>
                      </a:cubicBezTo>
                      <a:lnTo>
                        <a:pt x="1422056" y="3948586"/>
                      </a:lnTo>
                      <a:lnTo>
                        <a:pt x="1308924" y="3948586"/>
                      </a:lnTo>
                      <a:lnTo>
                        <a:pt x="1308924" y="3854266"/>
                      </a:lnTo>
                      <a:close/>
                      <a:moveTo>
                        <a:pt x="743949" y="4203522"/>
                      </a:moveTo>
                      <a:cubicBezTo>
                        <a:pt x="743949" y="4142827"/>
                        <a:pt x="793325" y="4093451"/>
                        <a:pt x="854019" y="4093451"/>
                      </a:cubicBezTo>
                      <a:lnTo>
                        <a:pt x="1236496" y="4093451"/>
                      </a:lnTo>
                      <a:lnTo>
                        <a:pt x="1363273" y="4093451"/>
                      </a:lnTo>
                      <a:lnTo>
                        <a:pt x="1085325" y="4365412"/>
                      </a:lnTo>
                      <a:lnTo>
                        <a:pt x="831045" y="4311169"/>
                      </a:lnTo>
                      <a:cubicBezTo>
                        <a:pt x="780587" y="4300401"/>
                        <a:pt x="743949" y="4255129"/>
                        <a:pt x="743949" y="4203522"/>
                      </a:cubicBezTo>
                      <a:close/>
                      <a:moveTo>
                        <a:pt x="1211030" y="4445083"/>
                      </a:moveTo>
                      <a:lnTo>
                        <a:pt x="1540538" y="4122673"/>
                      </a:lnTo>
                      <a:lnTo>
                        <a:pt x="2144189" y="4720994"/>
                      </a:lnTo>
                      <a:lnTo>
                        <a:pt x="1485097" y="4720994"/>
                      </a:lnTo>
                      <a:lnTo>
                        <a:pt x="1211030" y="4445083"/>
                      </a:lnTo>
                      <a:close/>
                      <a:moveTo>
                        <a:pt x="3990159" y="3549065"/>
                      </a:moveTo>
                      <a:cubicBezTo>
                        <a:pt x="4004857" y="3563773"/>
                        <a:pt x="4018985" y="3578953"/>
                        <a:pt x="4032756" y="3594405"/>
                      </a:cubicBezTo>
                      <a:lnTo>
                        <a:pt x="3907534" y="4175111"/>
                      </a:lnTo>
                      <a:lnTo>
                        <a:pt x="3682853" y="4175111"/>
                      </a:lnTo>
                      <a:cubicBezTo>
                        <a:pt x="3657938" y="4175111"/>
                        <a:pt x="3634781" y="4187906"/>
                        <a:pt x="3621531" y="4209007"/>
                      </a:cubicBezTo>
                      <a:cubicBezTo>
                        <a:pt x="3608272" y="4230098"/>
                        <a:pt x="3606795" y="4256520"/>
                        <a:pt x="3617601" y="4278963"/>
                      </a:cubicBezTo>
                      <a:lnTo>
                        <a:pt x="3718005" y="4487496"/>
                      </a:lnTo>
                      <a:lnTo>
                        <a:pt x="3481591" y="4723910"/>
                      </a:lnTo>
                      <a:lnTo>
                        <a:pt x="3291550" y="4723910"/>
                      </a:lnTo>
                      <a:cubicBezTo>
                        <a:pt x="3292574" y="4722201"/>
                        <a:pt x="3293675" y="4720549"/>
                        <a:pt x="3294564" y="4718744"/>
                      </a:cubicBezTo>
                      <a:lnTo>
                        <a:pt x="3846511" y="3598741"/>
                      </a:lnTo>
                      <a:cubicBezTo>
                        <a:pt x="3886520" y="3575264"/>
                        <a:pt x="3925022" y="3549615"/>
                        <a:pt x="3961855" y="3521929"/>
                      </a:cubicBezTo>
                      <a:cubicBezTo>
                        <a:pt x="3971541" y="3530910"/>
                        <a:pt x="3981033" y="3539939"/>
                        <a:pt x="3990159" y="354906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65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CN"/>
                </a:p>
              </p:txBody>
            </p:sp>
            <p:sp>
              <p:nvSpPr>
                <p:cNvPr id="47" name="Freeform 46">
                  <a:extLst>
                    <a:ext uri="{FF2B5EF4-FFF2-40B4-BE49-F238E27FC236}">
                      <a16:creationId xmlns:a16="http://schemas.microsoft.com/office/drawing/2014/main" id="{6DC9BDE0-3AFD-C477-3D37-F13478170562}"/>
                    </a:ext>
                  </a:extLst>
                </p:cNvPr>
                <p:cNvSpPr/>
                <p:nvPr/>
              </p:nvSpPr>
              <p:spPr>
                <a:xfrm>
                  <a:off x="6616610" y="3628736"/>
                  <a:ext cx="541266" cy="473667"/>
                </a:xfrm>
                <a:custGeom>
                  <a:avLst/>
                  <a:gdLst>
                    <a:gd name="connsiteX0" fmla="*/ 270628 w 541266"/>
                    <a:gd name="connsiteY0" fmla="*/ 473667 h 473667"/>
                    <a:gd name="connsiteX1" fmla="*/ 541267 w 541266"/>
                    <a:gd name="connsiteY1" fmla="*/ 203029 h 473667"/>
                    <a:gd name="connsiteX2" fmla="*/ 270628 w 541266"/>
                    <a:gd name="connsiteY2" fmla="*/ 0 h 473667"/>
                    <a:gd name="connsiteX3" fmla="*/ 0 w 541266"/>
                    <a:gd name="connsiteY3" fmla="*/ 203029 h 473667"/>
                    <a:gd name="connsiteX4" fmla="*/ 270628 w 541266"/>
                    <a:gd name="connsiteY4" fmla="*/ 473667 h 473667"/>
                    <a:gd name="connsiteX5" fmla="*/ 270628 w 541266"/>
                    <a:gd name="connsiteY5" fmla="*/ 144855 h 473667"/>
                    <a:gd name="connsiteX6" fmla="*/ 396412 w 541266"/>
                    <a:gd name="connsiteY6" fmla="*/ 203029 h 473667"/>
                    <a:gd name="connsiteX7" fmla="*/ 270628 w 541266"/>
                    <a:gd name="connsiteY7" fmla="*/ 328812 h 473667"/>
                    <a:gd name="connsiteX8" fmla="*/ 144855 w 541266"/>
                    <a:gd name="connsiteY8" fmla="*/ 203029 h 473667"/>
                    <a:gd name="connsiteX9" fmla="*/ 270628 w 541266"/>
                    <a:gd name="connsiteY9" fmla="*/ 144855 h 4736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541266" h="473667">
                      <a:moveTo>
                        <a:pt x="270628" y="473667"/>
                      </a:moveTo>
                      <a:cubicBezTo>
                        <a:pt x="419859" y="473667"/>
                        <a:pt x="541267" y="352259"/>
                        <a:pt x="541267" y="203029"/>
                      </a:cubicBezTo>
                      <a:cubicBezTo>
                        <a:pt x="541267" y="68304"/>
                        <a:pt x="450211" y="0"/>
                        <a:pt x="270628" y="0"/>
                      </a:cubicBezTo>
                      <a:cubicBezTo>
                        <a:pt x="91047" y="0"/>
                        <a:pt x="0" y="68314"/>
                        <a:pt x="0" y="203029"/>
                      </a:cubicBezTo>
                      <a:cubicBezTo>
                        <a:pt x="0" y="352259"/>
                        <a:pt x="121398" y="473667"/>
                        <a:pt x="270628" y="473667"/>
                      </a:cubicBezTo>
                      <a:close/>
                      <a:moveTo>
                        <a:pt x="270628" y="144855"/>
                      </a:moveTo>
                      <a:cubicBezTo>
                        <a:pt x="396412" y="144855"/>
                        <a:pt x="396412" y="174435"/>
                        <a:pt x="396412" y="203029"/>
                      </a:cubicBezTo>
                      <a:cubicBezTo>
                        <a:pt x="396412" y="272386"/>
                        <a:pt x="339985" y="328812"/>
                        <a:pt x="270628" y="328812"/>
                      </a:cubicBezTo>
                      <a:cubicBezTo>
                        <a:pt x="201272" y="328812"/>
                        <a:pt x="144855" y="272386"/>
                        <a:pt x="144855" y="203029"/>
                      </a:cubicBezTo>
                      <a:cubicBezTo>
                        <a:pt x="144855" y="174435"/>
                        <a:pt x="144855" y="144855"/>
                        <a:pt x="270628" y="14485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65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CN"/>
                </a:p>
              </p:txBody>
            </p:sp>
            <p:sp>
              <p:nvSpPr>
                <p:cNvPr id="48" name="Freeform 47">
                  <a:extLst>
                    <a:ext uri="{FF2B5EF4-FFF2-40B4-BE49-F238E27FC236}">
                      <a16:creationId xmlns:a16="http://schemas.microsoft.com/office/drawing/2014/main" id="{C3375996-155F-F23F-AF69-27B17B1BD8C1}"/>
                    </a:ext>
                  </a:extLst>
                </p:cNvPr>
                <p:cNvSpPr/>
                <p:nvPr/>
              </p:nvSpPr>
              <p:spPr>
                <a:xfrm>
                  <a:off x="4060307" y="1480414"/>
                  <a:ext cx="1680187" cy="144855"/>
                </a:xfrm>
                <a:custGeom>
                  <a:avLst/>
                  <a:gdLst>
                    <a:gd name="connsiteX0" fmla="*/ 1607760 w 1680187"/>
                    <a:gd name="connsiteY0" fmla="*/ 0 h 144855"/>
                    <a:gd name="connsiteX1" fmla="*/ 72428 w 1680187"/>
                    <a:gd name="connsiteY1" fmla="*/ 0 h 144855"/>
                    <a:gd name="connsiteX2" fmla="*/ 0 w 1680187"/>
                    <a:gd name="connsiteY2" fmla="*/ 72428 h 144855"/>
                    <a:gd name="connsiteX3" fmla="*/ 72428 w 1680187"/>
                    <a:gd name="connsiteY3" fmla="*/ 144855 h 144855"/>
                    <a:gd name="connsiteX4" fmla="*/ 1607760 w 1680187"/>
                    <a:gd name="connsiteY4" fmla="*/ 144855 h 144855"/>
                    <a:gd name="connsiteX5" fmla="*/ 1680188 w 1680187"/>
                    <a:gd name="connsiteY5" fmla="*/ 72428 h 144855"/>
                    <a:gd name="connsiteX6" fmla="*/ 1607760 w 1680187"/>
                    <a:gd name="connsiteY6" fmla="*/ 0 h 1448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80187" h="144855">
                      <a:moveTo>
                        <a:pt x="1607760" y="0"/>
                      </a:moveTo>
                      <a:lnTo>
                        <a:pt x="72428" y="0"/>
                      </a:lnTo>
                      <a:cubicBezTo>
                        <a:pt x="32428" y="0"/>
                        <a:pt x="0" y="32428"/>
                        <a:pt x="0" y="72428"/>
                      </a:cubicBezTo>
                      <a:cubicBezTo>
                        <a:pt x="0" y="112427"/>
                        <a:pt x="32428" y="144855"/>
                        <a:pt x="72428" y="144855"/>
                      </a:cubicBezTo>
                      <a:lnTo>
                        <a:pt x="1607760" y="144855"/>
                      </a:lnTo>
                      <a:cubicBezTo>
                        <a:pt x="1647760" y="144855"/>
                        <a:pt x="1680188" y="112427"/>
                        <a:pt x="1680188" y="72428"/>
                      </a:cubicBezTo>
                      <a:cubicBezTo>
                        <a:pt x="1680188" y="32428"/>
                        <a:pt x="1647760" y="0"/>
                        <a:pt x="1607760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65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CN"/>
                </a:p>
              </p:txBody>
            </p:sp>
            <p:sp>
              <p:nvSpPr>
                <p:cNvPr id="49" name="Freeform 48">
                  <a:extLst>
                    <a:ext uri="{FF2B5EF4-FFF2-40B4-BE49-F238E27FC236}">
                      <a16:creationId xmlns:a16="http://schemas.microsoft.com/office/drawing/2014/main" id="{7783E186-78F0-9C14-6D56-A7F36C0D4F57}"/>
                    </a:ext>
                  </a:extLst>
                </p:cNvPr>
                <p:cNvSpPr/>
                <p:nvPr/>
              </p:nvSpPr>
              <p:spPr>
                <a:xfrm>
                  <a:off x="4060307" y="1842494"/>
                  <a:ext cx="1680187" cy="144855"/>
                </a:xfrm>
                <a:custGeom>
                  <a:avLst/>
                  <a:gdLst>
                    <a:gd name="connsiteX0" fmla="*/ 1607760 w 1680187"/>
                    <a:gd name="connsiteY0" fmla="*/ 0 h 144855"/>
                    <a:gd name="connsiteX1" fmla="*/ 72428 w 1680187"/>
                    <a:gd name="connsiteY1" fmla="*/ 0 h 144855"/>
                    <a:gd name="connsiteX2" fmla="*/ 0 w 1680187"/>
                    <a:gd name="connsiteY2" fmla="*/ 72428 h 144855"/>
                    <a:gd name="connsiteX3" fmla="*/ 72428 w 1680187"/>
                    <a:gd name="connsiteY3" fmla="*/ 144855 h 144855"/>
                    <a:gd name="connsiteX4" fmla="*/ 1607760 w 1680187"/>
                    <a:gd name="connsiteY4" fmla="*/ 144855 h 144855"/>
                    <a:gd name="connsiteX5" fmla="*/ 1680188 w 1680187"/>
                    <a:gd name="connsiteY5" fmla="*/ 72428 h 144855"/>
                    <a:gd name="connsiteX6" fmla="*/ 1607760 w 1680187"/>
                    <a:gd name="connsiteY6" fmla="*/ 0 h 1448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80187" h="144855">
                      <a:moveTo>
                        <a:pt x="1607760" y="0"/>
                      </a:moveTo>
                      <a:lnTo>
                        <a:pt x="72428" y="0"/>
                      </a:lnTo>
                      <a:cubicBezTo>
                        <a:pt x="32428" y="0"/>
                        <a:pt x="0" y="32428"/>
                        <a:pt x="0" y="72428"/>
                      </a:cubicBezTo>
                      <a:cubicBezTo>
                        <a:pt x="0" y="112427"/>
                        <a:pt x="32428" y="144855"/>
                        <a:pt x="72428" y="144855"/>
                      </a:cubicBezTo>
                      <a:lnTo>
                        <a:pt x="1607760" y="144855"/>
                      </a:lnTo>
                      <a:cubicBezTo>
                        <a:pt x="1647760" y="144855"/>
                        <a:pt x="1680188" y="112427"/>
                        <a:pt x="1680188" y="72428"/>
                      </a:cubicBezTo>
                      <a:cubicBezTo>
                        <a:pt x="1680188" y="32428"/>
                        <a:pt x="1647760" y="0"/>
                        <a:pt x="1607760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65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CN"/>
                </a:p>
              </p:txBody>
            </p:sp>
            <p:sp>
              <p:nvSpPr>
                <p:cNvPr id="50" name="Freeform 49">
                  <a:extLst>
                    <a:ext uri="{FF2B5EF4-FFF2-40B4-BE49-F238E27FC236}">
                      <a16:creationId xmlns:a16="http://schemas.microsoft.com/office/drawing/2014/main" id="{88280DAA-800F-E3E3-FFCB-857000B7520D}"/>
                    </a:ext>
                  </a:extLst>
                </p:cNvPr>
                <p:cNvSpPr/>
                <p:nvPr/>
              </p:nvSpPr>
              <p:spPr>
                <a:xfrm>
                  <a:off x="5373586" y="2204575"/>
                  <a:ext cx="366909" cy="144855"/>
                </a:xfrm>
                <a:custGeom>
                  <a:avLst/>
                  <a:gdLst>
                    <a:gd name="connsiteX0" fmla="*/ 294482 w 366909"/>
                    <a:gd name="connsiteY0" fmla="*/ 0 h 144855"/>
                    <a:gd name="connsiteX1" fmla="*/ 72428 w 366909"/>
                    <a:gd name="connsiteY1" fmla="*/ 0 h 144855"/>
                    <a:gd name="connsiteX2" fmla="*/ 0 w 366909"/>
                    <a:gd name="connsiteY2" fmla="*/ 72428 h 144855"/>
                    <a:gd name="connsiteX3" fmla="*/ 72428 w 366909"/>
                    <a:gd name="connsiteY3" fmla="*/ 144855 h 144855"/>
                    <a:gd name="connsiteX4" fmla="*/ 294482 w 366909"/>
                    <a:gd name="connsiteY4" fmla="*/ 144855 h 144855"/>
                    <a:gd name="connsiteX5" fmla="*/ 366909 w 366909"/>
                    <a:gd name="connsiteY5" fmla="*/ 72428 h 144855"/>
                    <a:gd name="connsiteX6" fmla="*/ 294482 w 366909"/>
                    <a:gd name="connsiteY6" fmla="*/ 0 h 1448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66909" h="144855">
                      <a:moveTo>
                        <a:pt x="294482" y="0"/>
                      </a:moveTo>
                      <a:lnTo>
                        <a:pt x="72428" y="0"/>
                      </a:lnTo>
                      <a:cubicBezTo>
                        <a:pt x="32428" y="0"/>
                        <a:pt x="0" y="32428"/>
                        <a:pt x="0" y="72428"/>
                      </a:cubicBezTo>
                      <a:cubicBezTo>
                        <a:pt x="0" y="112427"/>
                        <a:pt x="32428" y="144855"/>
                        <a:pt x="72428" y="144855"/>
                      </a:cubicBezTo>
                      <a:lnTo>
                        <a:pt x="294482" y="144855"/>
                      </a:lnTo>
                      <a:cubicBezTo>
                        <a:pt x="334481" y="144855"/>
                        <a:pt x="366909" y="112427"/>
                        <a:pt x="366909" y="72428"/>
                      </a:cubicBezTo>
                      <a:cubicBezTo>
                        <a:pt x="366909" y="32428"/>
                        <a:pt x="334481" y="0"/>
                        <a:pt x="294482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65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CN"/>
                </a:p>
              </p:txBody>
            </p:sp>
            <p:sp>
              <p:nvSpPr>
                <p:cNvPr id="51" name="Freeform 50">
                  <a:extLst>
                    <a:ext uri="{FF2B5EF4-FFF2-40B4-BE49-F238E27FC236}">
                      <a16:creationId xmlns:a16="http://schemas.microsoft.com/office/drawing/2014/main" id="{4CE51AB7-83E3-CADE-2889-F4419BBA9155}"/>
                    </a:ext>
                  </a:extLst>
                </p:cNvPr>
                <p:cNvSpPr/>
                <p:nvPr/>
              </p:nvSpPr>
              <p:spPr>
                <a:xfrm>
                  <a:off x="4060307" y="2204575"/>
                  <a:ext cx="1168413" cy="144855"/>
                </a:xfrm>
                <a:custGeom>
                  <a:avLst/>
                  <a:gdLst>
                    <a:gd name="connsiteX0" fmla="*/ 72428 w 1168413"/>
                    <a:gd name="connsiteY0" fmla="*/ 144855 h 144855"/>
                    <a:gd name="connsiteX1" fmla="*/ 1095986 w 1168413"/>
                    <a:gd name="connsiteY1" fmla="*/ 144855 h 144855"/>
                    <a:gd name="connsiteX2" fmla="*/ 1168414 w 1168413"/>
                    <a:gd name="connsiteY2" fmla="*/ 72428 h 144855"/>
                    <a:gd name="connsiteX3" fmla="*/ 1095986 w 1168413"/>
                    <a:gd name="connsiteY3" fmla="*/ 0 h 144855"/>
                    <a:gd name="connsiteX4" fmla="*/ 72428 w 1168413"/>
                    <a:gd name="connsiteY4" fmla="*/ 0 h 144855"/>
                    <a:gd name="connsiteX5" fmla="*/ 0 w 1168413"/>
                    <a:gd name="connsiteY5" fmla="*/ 72428 h 144855"/>
                    <a:gd name="connsiteX6" fmla="*/ 72428 w 1168413"/>
                    <a:gd name="connsiteY6" fmla="*/ 144855 h 1448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168413" h="144855">
                      <a:moveTo>
                        <a:pt x="72428" y="144855"/>
                      </a:moveTo>
                      <a:lnTo>
                        <a:pt x="1095986" y="144855"/>
                      </a:lnTo>
                      <a:cubicBezTo>
                        <a:pt x="1135985" y="144855"/>
                        <a:pt x="1168414" y="112427"/>
                        <a:pt x="1168414" y="72428"/>
                      </a:cubicBezTo>
                      <a:cubicBezTo>
                        <a:pt x="1168414" y="32428"/>
                        <a:pt x="1135985" y="0"/>
                        <a:pt x="1095986" y="0"/>
                      </a:cubicBezTo>
                      <a:lnTo>
                        <a:pt x="72428" y="0"/>
                      </a:lnTo>
                      <a:cubicBezTo>
                        <a:pt x="32428" y="0"/>
                        <a:pt x="0" y="32428"/>
                        <a:pt x="0" y="72428"/>
                      </a:cubicBezTo>
                      <a:cubicBezTo>
                        <a:pt x="0" y="112427"/>
                        <a:pt x="32428" y="144855"/>
                        <a:pt x="72428" y="14485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65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CN"/>
                </a:p>
              </p:txBody>
            </p:sp>
            <p:sp>
              <p:nvSpPr>
                <p:cNvPr id="52" name="Freeform 51">
                  <a:extLst>
                    <a:ext uri="{FF2B5EF4-FFF2-40B4-BE49-F238E27FC236}">
                      <a16:creationId xmlns:a16="http://schemas.microsoft.com/office/drawing/2014/main" id="{2A78B110-B231-4B7D-A5C7-60ECBBFE112B}"/>
                    </a:ext>
                  </a:extLst>
                </p:cNvPr>
                <p:cNvSpPr/>
                <p:nvPr/>
              </p:nvSpPr>
              <p:spPr>
                <a:xfrm>
                  <a:off x="4060307" y="2566656"/>
                  <a:ext cx="1680187" cy="144855"/>
                </a:xfrm>
                <a:custGeom>
                  <a:avLst/>
                  <a:gdLst>
                    <a:gd name="connsiteX0" fmla="*/ 72428 w 1680187"/>
                    <a:gd name="connsiteY0" fmla="*/ 144855 h 144855"/>
                    <a:gd name="connsiteX1" fmla="*/ 1607760 w 1680187"/>
                    <a:gd name="connsiteY1" fmla="*/ 144855 h 144855"/>
                    <a:gd name="connsiteX2" fmla="*/ 1680188 w 1680187"/>
                    <a:gd name="connsiteY2" fmla="*/ 72428 h 144855"/>
                    <a:gd name="connsiteX3" fmla="*/ 1607760 w 1680187"/>
                    <a:gd name="connsiteY3" fmla="*/ 0 h 144855"/>
                    <a:gd name="connsiteX4" fmla="*/ 72428 w 1680187"/>
                    <a:gd name="connsiteY4" fmla="*/ 0 h 144855"/>
                    <a:gd name="connsiteX5" fmla="*/ 0 w 1680187"/>
                    <a:gd name="connsiteY5" fmla="*/ 72428 h 144855"/>
                    <a:gd name="connsiteX6" fmla="*/ 72428 w 1680187"/>
                    <a:gd name="connsiteY6" fmla="*/ 144855 h 1448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80187" h="144855">
                      <a:moveTo>
                        <a:pt x="72428" y="144855"/>
                      </a:moveTo>
                      <a:lnTo>
                        <a:pt x="1607760" y="144855"/>
                      </a:lnTo>
                      <a:cubicBezTo>
                        <a:pt x="1647760" y="144855"/>
                        <a:pt x="1680188" y="112427"/>
                        <a:pt x="1680188" y="72428"/>
                      </a:cubicBezTo>
                      <a:cubicBezTo>
                        <a:pt x="1680188" y="32428"/>
                        <a:pt x="1647760" y="0"/>
                        <a:pt x="1607760" y="0"/>
                      </a:cubicBezTo>
                      <a:lnTo>
                        <a:pt x="72428" y="0"/>
                      </a:lnTo>
                      <a:cubicBezTo>
                        <a:pt x="32428" y="0"/>
                        <a:pt x="0" y="32428"/>
                        <a:pt x="0" y="72428"/>
                      </a:cubicBezTo>
                      <a:cubicBezTo>
                        <a:pt x="0" y="112427"/>
                        <a:pt x="32428" y="144855"/>
                        <a:pt x="72428" y="14485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65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CN"/>
                </a:p>
              </p:txBody>
            </p:sp>
          </p:grpSp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2649CEC-C87E-4A06-D0D3-BFFFA50633A0}"/>
                </a:ext>
              </a:extLst>
            </p:cNvPr>
            <p:cNvSpPr txBox="1"/>
            <p:nvPr/>
          </p:nvSpPr>
          <p:spPr>
            <a:xfrm>
              <a:off x="3790385" y="1344836"/>
              <a:ext cx="2133532" cy="1569660"/>
            </a:xfrm>
            <a:prstGeom prst="rect">
              <a:avLst/>
            </a:prstGeom>
            <a:solidFill>
              <a:srgbClr val="97F0FF"/>
            </a:solidFill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mic Sans MS" panose="030F0902030302020204" pitchFamily="66" charset="0"/>
                </a:rPr>
                <a:t>You are a forensic risk analyst. Your task is…</a:t>
              </a:r>
              <a:endParaRPr lang="en-CN" sz="2400" b="1" dirty="0">
                <a:latin typeface="Comic Sans MS" panose="030F0902030302020204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53552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>
            <a:extLst>
              <a:ext uri="{FF2B5EF4-FFF2-40B4-BE49-F238E27FC236}">
                <a16:creationId xmlns:a16="http://schemas.microsoft.com/office/drawing/2014/main" id="{42E8B5D2-382B-B3A0-C311-114EE4EEA5BE}"/>
              </a:ext>
            </a:extLst>
          </p:cNvPr>
          <p:cNvGrpSpPr/>
          <p:nvPr/>
        </p:nvGrpSpPr>
        <p:grpSpPr>
          <a:xfrm>
            <a:off x="3313862" y="703144"/>
            <a:ext cx="5749656" cy="4838997"/>
            <a:chOff x="2728225" y="936156"/>
            <a:chExt cx="5749656" cy="4838997"/>
          </a:xfrm>
        </p:grpSpPr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321814E5-A050-7EE0-7DB7-8AF58BC898CF}"/>
                </a:ext>
              </a:extLst>
            </p:cNvPr>
            <p:cNvSpPr/>
            <p:nvPr/>
          </p:nvSpPr>
          <p:spPr>
            <a:xfrm>
              <a:off x="4505012" y="1541475"/>
              <a:ext cx="3873290" cy="3538671"/>
            </a:xfrm>
            <a:custGeom>
              <a:avLst/>
              <a:gdLst>
                <a:gd name="connsiteX0" fmla="*/ 192510 w 3058563"/>
                <a:gd name="connsiteY0" fmla="*/ 0 h 4042991"/>
                <a:gd name="connsiteX1" fmla="*/ 2866320 w 3058563"/>
                <a:gd name="connsiteY1" fmla="*/ 0 h 4042991"/>
                <a:gd name="connsiteX2" fmla="*/ 3058563 w 3058563"/>
                <a:gd name="connsiteY2" fmla="*/ 192243 h 4042991"/>
                <a:gd name="connsiteX3" fmla="*/ 3058563 w 3058563"/>
                <a:gd name="connsiteY3" fmla="*/ 3850748 h 4042991"/>
                <a:gd name="connsiteX4" fmla="*/ 2866320 w 3058563"/>
                <a:gd name="connsiteY4" fmla="*/ 4042991 h 4042991"/>
                <a:gd name="connsiteX5" fmla="*/ 192510 w 3058563"/>
                <a:gd name="connsiteY5" fmla="*/ 4042991 h 4042991"/>
                <a:gd name="connsiteX6" fmla="*/ 0 w 3058563"/>
                <a:gd name="connsiteY6" fmla="*/ 3850748 h 4042991"/>
                <a:gd name="connsiteX7" fmla="*/ 0 w 3058563"/>
                <a:gd name="connsiteY7" fmla="*/ 192243 h 4042991"/>
                <a:gd name="connsiteX8" fmla="*/ 192510 w 3058563"/>
                <a:gd name="connsiteY8" fmla="*/ 0 h 4042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58563" h="4042991">
                  <a:moveTo>
                    <a:pt x="192510" y="0"/>
                  </a:moveTo>
                  <a:lnTo>
                    <a:pt x="2866320" y="0"/>
                  </a:lnTo>
                  <a:cubicBezTo>
                    <a:pt x="2971619" y="0"/>
                    <a:pt x="3058563" y="86401"/>
                    <a:pt x="3058563" y="192243"/>
                  </a:cubicBezTo>
                  <a:lnTo>
                    <a:pt x="3058563" y="3850748"/>
                  </a:lnTo>
                  <a:cubicBezTo>
                    <a:pt x="3058563" y="3956590"/>
                    <a:pt x="2971629" y="4042991"/>
                    <a:pt x="2866320" y="4042991"/>
                  </a:cubicBezTo>
                  <a:lnTo>
                    <a:pt x="192510" y="4042991"/>
                  </a:lnTo>
                  <a:cubicBezTo>
                    <a:pt x="86668" y="4042991"/>
                    <a:pt x="0" y="3956590"/>
                    <a:pt x="0" y="3850748"/>
                  </a:cubicBezTo>
                  <a:lnTo>
                    <a:pt x="0" y="192243"/>
                  </a:lnTo>
                  <a:cubicBezTo>
                    <a:pt x="0" y="86401"/>
                    <a:pt x="86668" y="0"/>
                    <a:pt x="192510" y="0"/>
                  </a:cubicBezTo>
                  <a:close/>
                </a:path>
              </a:pathLst>
            </a:custGeom>
            <a:solidFill>
              <a:srgbClr val="F7F7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CN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18BB11CF-9351-A58F-A0D1-F0BF01D5E475}"/>
                </a:ext>
              </a:extLst>
            </p:cNvPr>
            <p:cNvSpPr/>
            <p:nvPr/>
          </p:nvSpPr>
          <p:spPr>
            <a:xfrm>
              <a:off x="7093547" y="3098967"/>
              <a:ext cx="766203" cy="1640659"/>
            </a:xfrm>
            <a:custGeom>
              <a:avLst/>
              <a:gdLst>
                <a:gd name="connsiteX0" fmla="*/ 0 w 628554"/>
                <a:gd name="connsiteY0" fmla="*/ 0 h 515702"/>
                <a:gd name="connsiteX1" fmla="*/ 628555 w 628554"/>
                <a:gd name="connsiteY1" fmla="*/ 0 h 515702"/>
                <a:gd name="connsiteX2" fmla="*/ 628555 w 628554"/>
                <a:gd name="connsiteY2" fmla="*/ 515703 h 515702"/>
                <a:gd name="connsiteX3" fmla="*/ 0 w 628554"/>
                <a:gd name="connsiteY3" fmla="*/ 515703 h 51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8554" h="515702">
                  <a:moveTo>
                    <a:pt x="0" y="0"/>
                  </a:moveTo>
                  <a:lnTo>
                    <a:pt x="628555" y="0"/>
                  </a:lnTo>
                  <a:lnTo>
                    <a:pt x="628555" y="515703"/>
                  </a:lnTo>
                  <a:lnTo>
                    <a:pt x="0" y="515703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CN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AAAD207F-AC4F-948E-DE92-AEE6DBE8482C}"/>
                </a:ext>
              </a:extLst>
            </p:cNvPr>
            <p:cNvSpPr/>
            <p:nvPr/>
          </p:nvSpPr>
          <p:spPr>
            <a:xfrm>
              <a:off x="7113651" y="2583266"/>
              <a:ext cx="766203" cy="515702"/>
            </a:xfrm>
            <a:custGeom>
              <a:avLst/>
              <a:gdLst>
                <a:gd name="connsiteX0" fmla="*/ 0 w 628554"/>
                <a:gd name="connsiteY0" fmla="*/ 0 h 515702"/>
                <a:gd name="connsiteX1" fmla="*/ 628555 w 628554"/>
                <a:gd name="connsiteY1" fmla="*/ 0 h 515702"/>
                <a:gd name="connsiteX2" fmla="*/ 628555 w 628554"/>
                <a:gd name="connsiteY2" fmla="*/ 515703 h 515702"/>
                <a:gd name="connsiteX3" fmla="*/ 0 w 628554"/>
                <a:gd name="connsiteY3" fmla="*/ 515703 h 51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8554" h="515702">
                  <a:moveTo>
                    <a:pt x="0" y="0"/>
                  </a:moveTo>
                  <a:lnTo>
                    <a:pt x="628555" y="0"/>
                  </a:lnTo>
                  <a:lnTo>
                    <a:pt x="628555" y="515703"/>
                  </a:lnTo>
                  <a:lnTo>
                    <a:pt x="0" y="51570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CN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48297B75-DCAF-2B85-BFE2-ACB82DAAD88F}"/>
                </a:ext>
              </a:extLst>
            </p:cNvPr>
            <p:cNvSpPr/>
            <p:nvPr/>
          </p:nvSpPr>
          <p:spPr>
            <a:xfrm>
              <a:off x="4962936" y="2548582"/>
              <a:ext cx="2142448" cy="515702"/>
            </a:xfrm>
            <a:custGeom>
              <a:avLst/>
              <a:gdLst>
                <a:gd name="connsiteX0" fmla="*/ 0 w 2142448"/>
                <a:gd name="connsiteY0" fmla="*/ 0 h 515702"/>
                <a:gd name="connsiteX1" fmla="*/ 2142449 w 2142448"/>
                <a:gd name="connsiteY1" fmla="*/ 0 h 515702"/>
                <a:gd name="connsiteX2" fmla="*/ 2142449 w 2142448"/>
                <a:gd name="connsiteY2" fmla="*/ 515703 h 515702"/>
                <a:gd name="connsiteX3" fmla="*/ 0 w 2142448"/>
                <a:gd name="connsiteY3" fmla="*/ 515703 h 51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42448" h="515702">
                  <a:moveTo>
                    <a:pt x="0" y="0"/>
                  </a:moveTo>
                  <a:lnTo>
                    <a:pt x="2142449" y="0"/>
                  </a:lnTo>
                  <a:lnTo>
                    <a:pt x="2142449" y="515703"/>
                  </a:lnTo>
                  <a:lnTo>
                    <a:pt x="0" y="515703"/>
                  </a:lnTo>
                  <a:close/>
                </a:path>
              </a:pathLst>
            </a:custGeom>
            <a:solidFill>
              <a:srgbClr val="FD7A6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CN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E5E1234D-F052-0CC9-FDF0-918FD3074D88}"/>
                </a:ext>
              </a:extLst>
            </p:cNvPr>
            <p:cNvSpPr/>
            <p:nvPr/>
          </p:nvSpPr>
          <p:spPr>
            <a:xfrm>
              <a:off x="4962936" y="3064275"/>
              <a:ext cx="2142448" cy="1675352"/>
            </a:xfrm>
            <a:custGeom>
              <a:avLst/>
              <a:gdLst>
                <a:gd name="connsiteX0" fmla="*/ 0 w 2142448"/>
                <a:gd name="connsiteY0" fmla="*/ 0 h 1675352"/>
                <a:gd name="connsiteX1" fmla="*/ 2142449 w 2142448"/>
                <a:gd name="connsiteY1" fmla="*/ 0 h 1675352"/>
                <a:gd name="connsiteX2" fmla="*/ 2142449 w 2142448"/>
                <a:gd name="connsiteY2" fmla="*/ 1675352 h 1675352"/>
                <a:gd name="connsiteX3" fmla="*/ 0 w 2142448"/>
                <a:gd name="connsiteY3" fmla="*/ 1675352 h 1675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42448" h="1675352">
                  <a:moveTo>
                    <a:pt x="0" y="0"/>
                  </a:moveTo>
                  <a:lnTo>
                    <a:pt x="2142449" y="0"/>
                  </a:lnTo>
                  <a:lnTo>
                    <a:pt x="2142449" y="1675352"/>
                  </a:lnTo>
                  <a:lnTo>
                    <a:pt x="0" y="1675352"/>
                  </a:lnTo>
                  <a:close/>
                </a:path>
              </a:pathLst>
            </a:custGeom>
            <a:solidFill>
              <a:srgbClr val="FF948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CN" dirty="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76C37A6E-D039-25C2-516D-B1DFE37A4E99}"/>
                </a:ext>
              </a:extLst>
            </p:cNvPr>
            <p:cNvSpPr/>
            <p:nvPr/>
          </p:nvSpPr>
          <p:spPr>
            <a:xfrm>
              <a:off x="5982719" y="3064275"/>
              <a:ext cx="1114025" cy="1675352"/>
            </a:xfrm>
            <a:custGeom>
              <a:avLst/>
              <a:gdLst>
                <a:gd name="connsiteX0" fmla="*/ 0 w 628554"/>
                <a:gd name="connsiteY0" fmla="*/ 0 h 1675352"/>
                <a:gd name="connsiteX1" fmla="*/ 628555 w 628554"/>
                <a:gd name="connsiteY1" fmla="*/ 0 h 1675352"/>
                <a:gd name="connsiteX2" fmla="*/ 628555 w 628554"/>
                <a:gd name="connsiteY2" fmla="*/ 1675352 h 1675352"/>
                <a:gd name="connsiteX3" fmla="*/ 0 w 628554"/>
                <a:gd name="connsiteY3" fmla="*/ 1675352 h 1675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8554" h="1675352">
                  <a:moveTo>
                    <a:pt x="0" y="0"/>
                  </a:moveTo>
                  <a:lnTo>
                    <a:pt x="628555" y="0"/>
                  </a:lnTo>
                  <a:lnTo>
                    <a:pt x="628555" y="1675352"/>
                  </a:lnTo>
                  <a:lnTo>
                    <a:pt x="0" y="1675352"/>
                  </a:lnTo>
                  <a:close/>
                </a:path>
              </a:pathLst>
            </a:custGeom>
            <a:solidFill>
              <a:srgbClr val="FFF0C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CN" dirty="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67D1C934-E9EF-3A25-B7DD-8057F4CD1F1F}"/>
                </a:ext>
              </a:extLst>
            </p:cNvPr>
            <p:cNvSpPr/>
            <p:nvPr/>
          </p:nvSpPr>
          <p:spPr>
            <a:xfrm>
              <a:off x="5982720" y="2548582"/>
              <a:ext cx="1122664" cy="515702"/>
            </a:xfrm>
            <a:custGeom>
              <a:avLst/>
              <a:gdLst>
                <a:gd name="connsiteX0" fmla="*/ 0 w 628554"/>
                <a:gd name="connsiteY0" fmla="*/ 0 h 515702"/>
                <a:gd name="connsiteX1" fmla="*/ 628555 w 628554"/>
                <a:gd name="connsiteY1" fmla="*/ 0 h 515702"/>
                <a:gd name="connsiteX2" fmla="*/ 628555 w 628554"/>
                <a:gd name="connsiteY2" fmla="*/ 515703 h 515702"/>
                <a:gd name="connsiteX3" fmla="*/ 0 w 628554"/>
                <a:gd name="connsiteY3" fmla="*/ 515703 h 51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8554" h="515702">
                  <a:moveTo>
                    <a:pt x="0" y="0"/>
                  </a:moveTo>
                  <a:lnTo>
                    <a:pt x="628555" y="0"/>
                  </a:lnTo>
                  <a:lnTo>
                    <a:pt x="628555" y="515703"/>
                  </a:lnTo>
                  <a:lnTo>
                    <a:pt x="0" y="515703"/>
                  </a:lnTo>
                  <a:close/>
                </a:path>
              </a:pathLst>
            </a:custGeom>
            <a:solidFill>
              <a:srgbClr val="FCE07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CN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3FAECF52-EE45-B3B6-1643-1069F6E9147D}"/>
                </a:ext>
              </a:extLst>
            </p:cNvPr>
            <p:cNvSpPr/>
            <p:nvPr/>
          </p:nvSpPr>
          <p:spPr>
            <a:xfrm>
              <a:off x="4428869" y="1465066"/>
              <a:ext cx="4049012" cy="3653276"/>
            </a:xfrm>
            <a:custGeom>
              <a:avLst/>
              <a:gdLst>
                <a:gd name="connsiteX0" fmla="*/ 268653 w 3211115"/>
                <a:gd name="connsiteY0" fmla="*/ 152552 h 4195533"/>
                <a:gd name="connsiteX1" fmla="*/ 152552 w 3211115"/>
                <a:gd name="connsiteY1" fmla="*/ 268653 h 4195533"/>
                <a:gd name="connsiteX2" fmla="*/ 152552 w 3211115"/>
                <a:gd name="connsiteY2" fmla="*/ 3927158 h 4195533"/>
                <a:gd name="connsiteX3" fmla="*/ 268653 w 3211115"/>
                <a:gd name="connsiteY3" fmla="*/ 4042991 h 4195533"/>
                <a:gd name="connsiteX4" fmla="*/ 2942463 w 3211115"/>
                <a:gd name="connsiteY4" fmla="*/ 4042991 h 4195533"/>
                <a:gd name="connsiteX5" fmla="*/ 3058020 w 3211115"/>
                <a:gd name="connsiteY5" fmla="*/ 3927158 h 4195533"/>
                <a:gd name="connsiteX6" fmla="*/ 3058020 w 3211115"/>
                <a:gd name="connsiteY6" fmla="*/ 268653 h 4195533"/>
                <a:gd name="connsiteX7" fmla="*/ 2942463 w 3211115"/>
                <a:gd name="connsiteY7" fmla="*/ 152552 h 4195533"/>
                <a:gd name="connsiteX8" fmla="*/ 2942463 w 3211115"/>
                <a:gd name="connsiteY8" fmla="*/ 4195534 h 4195533"/>
                <a:gd name="connsiteX9" fmla="*/ 268653 w 3211115"/>
                <a:gd name="connsiteY9" fmla="*/ 4195534 h 4195533"/>
                <a:gd name="connsiteX10" fmla="*/ 0 w 3211115"/>
                <a:gd name="connsiteY10" fmla="*/ 3927158 h 4195533"/>
                <a:gd name="connsiteX11" fmla="*/ 0 w 3211115"/>
                <a:gd name="connsiteY11" fmla="*/ 268653 h 4195533"/>
                <a:gd name="connsiteX12" fmla="*/ 268653 w 3211115"/>
                <a:gd name="connsiteY12" fmla="*/ 0 h 4195533"/>
                <a:gd name="connsiteX13" fmla="*/ 2942463 w 3211115"/>
                <a:gd name="connsiteY13" fmla="*/ 0 h 4195533"/>
                <a:gd name="connsiteX14" fmla="*/ 3211116 w 3211115"/>
                <a:gd name="connsiteY14" fmla="*/ 268653 h 4195533"/>
                <a:gd name="connsiteX15" fmla="*/ 3211116 w 3211115"/>
                <a:gd name="connsiteY15" fmla="*/ 3927158 h 4195533"/>
                <a:gd name="connsiteX16" fmla="*/ 2942463 w 3211115"/>
                <a:gd name="connsiteY16" fmla="*/ 4195534 h 4195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211115" h="4195533">
                  <a:moveTo>
                    <a:pt x="268653" y="152552"/>
                  </a:moveTo>
                  <a:cubicBezTo>
                    <a:pt x="204387" y="152552"/>
                    <a:pt x="152552" y="204664"/>
                    <a:pt x="152552" y="268653"/>
                  </a:cubicBezTo>
                  <a:lnTo>
                    <a:pt x="152552" y="3927158"/>
                  </a:lnTo>
                  <a:cubicBezTo>
                    <a:pt x="152552" y="3991147"/>
                    <a:pt x="204387" y="4042991"/>
                    <a:pt x="268653" y="4042991"/>
                  </a:cubicBezTo>
                  <a:lnTo>
                    <a:pt x="2942463" y="4042991"/>
                  </a:lnTo>
                  <a:cubicBezTo>
                    <a:pt x="3006185" y="4042991"/>
                    <a:pt x="3058020" y="3991147"/>
                    <a:pt x="3058020" y="3927158"/>
                  </a:cubicBezTo>
                  <a:lnTo>
                    <a:pt x="3058020" y="268653"/>
                  </a:lnTo>
                  <a:cubicBezTo>
                    <a:pt x="3058020" y="204664"/>
                    <a:pt x="3006185" y="152552"/>
                    <a:pt x="2942463" y="152552"/>
                  </a:cubicBezTo>
                  <a:close/>
                  <a:moveTo>
                    <a:pt x="2942463" y="4195534"/>
                  </a:moveTo>
                  <a:lnTo>
                    <a:pt x="268653" y="4195534"/>
                  </a:lnTo>
                  <a:cubicBezTo>
                    <a:pt x="120691" y="4195534"/>
                    <a:pt x="0" y="4075109"/>
                    <a:pt x="0" y="3927158"/>
                  </a:cubicBezTo>
                  <a:lnTo>
                    <a:pt x="0" y="268653"/>
                  </a:lnTo>
                  <a:cubicBezTo>
                    <a:pt x="0" y="120691"/>
                    <a:pt x="120691" y="0"/>
                    <a:pt x="268653" y="0"/>
                  </a:cubicBezTo>
                  <a:lnTo>
                    <a:pt x="2942463" y="0"/>
                  </a:lnTo>
                  <a:cubicBezTo>
                    <a:pt x="3090424" y="0"/>
                    <a:pt x="3211116" y="120691"/>
                    <a:pt x="3211116" y="268653"/>
                  </a:cubicBezTo>
                  <a:lnTo>
                    <a:pt x="3211116" y="3927158"/>
                  </a:lnTo>
                  <a:cubicBezTo>
                    <a:pt x="3211116" y="4075119"/>
                    <a:pt x="3090424" y="4195534"/>
                    <a:pt x="2942463" y="4195534"/>
                  </a:cubicBezTo>
                  <a:close/>
                </a:path>
              </a:pathLst>
            </a:custGeom>
            <a:solidFill>
              <a:srgbClr val="03040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CN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676D6D28-2D86-90C7-D917-19B70E63A146}"/>
                </a:ext>
              </a:extLst>
            </p:cNvPr>
            <p:cNvSpPr/>
            <p:nvPr/>
          </p:nvSpPr>
          <p:spPr>
            <a:xfrm>
              <a:off x="5858369" y="1023974"/>
              <a:ext cx="1350807" cy="727109"/>
            </a:xfrm>
            <a:custGeom>
              <a:avLst/>
              <a:gdLst>
                <a:gd name="connsiteX0" fmla="*/ 0 w 1350807"/>
                <a:gd name="connsiteY0" fmla="*/ 727110 h 727109"/>
                <a:gd name="connsiteX1" fmla="*/ 1350807 w 1350807"/>
                <a:gd name="connsiteY1" fmla="*/ 727110 h 727109"/>
                <a:gd name="connsiteX2" fmla="*/ 1350807 w 1350807"/>
                <a:gd name="connsiteY2" fmla="*/ 330746 h 727109"/>
                <a:gd name="connsiteX3" fmla="*/ 978208 w 1350807"/>
                <a:gd name="connsiteY3" fmla="*/ 330746 h 727109"/>
                <a:gd name="connsiteX4" fmla="*/ 979018 w 1350807"/>
                <a:gd name="connsiteY4" fmla="*/ 303752 h 727109"/>
                <a:gd name="connsiteX5" fmla="*/ 675542 w 1350807"/>
                <a:gd name="connsiteY5" fmla="*/ 0 h 727109"/>
                <a:gd name="connsiteX6" fmla="*/ 371789 w 1350807"/>
                <a:gd name="connsiteY6" fmla="*/ 303752 h 727109"/>
                <a:gd name="connsiteX7" fmla="*/ 373142 w 1350807"/>
                <a:gd name="connsiteY7" fmla="*/ 330746 h 727109"/>
                <a:gd name="connsiteX8" fmla="*/ 0 w 1350807"/>
                <a:gd name="connsiteY8" fmla="*/ 330746 h 727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50807" h="727109">
                  <a:moveTo>
                    <a:pt x="0" y="727110"/>
                  </a:moveTo>
                  <a:lnTo>
                    <a:pt x="1350807" y="727110"/>
                  </a:lnTo>
                  <a:lnTo>
                    <a:pt x="1350807" y="330746"/>
                  </a:lnTo>
                  <a:lnTo>
                    <a:pt x="978208" y="330746"/>
                  </a:lnTo>
                  <a:cubicBezTo>
                    <a:pt x="978751" y="321831"/>
                    <a:pt x="979018" y="312658"/>
                    <a:pt x="979018" y="303752"/>
                  </a:cubicBezTo>
                  <a:cubicBezTo>
                    <a:pt x="979018" y="136084"/>
                    <a:pt x="843210" y="0"/>
                    <a:pt x="675542" y="0"/>
                  </a:cubicBezTo>
                  <a:cubicBezTo>
                    <a:pt x="507873" y="0"/>
                    <a:pt x="371789" y="136084"/>
                    <a:pt x="371789" y="303752"/>
                  </a:cubicBezTo>
                  <a:cubicBezTo>
                    <a:pt x="371789" y="312658"/>
                    <a:pt x="372056" y="321840"/>
                    <a:pt x="373142" y="330746"/>
                  </a:cubicBezTo>
                  <a:lnTo>
                    <a:pt x="0" y="330746"/>
                  </a:lnTo>
                  <a:close/>
                </a:path>
              </a:pathLst>
            </a:custGeom>
            <a:solidFill>
              <a:srgbClr val="7B849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CN"/>
            </a:p>
          </p:txBody>
        </p:sp>
        <p:grpSp>
          <p:nvGrpSpPr>
            <p:cNvPr id="30" name="Graphic 18">
              <a:extLst>
                <a:ext uri="{FF2B5EF4-FFF2-40B4-BE49-F238E27FC236}">
                  <a16:creationId xmlns:a16="http://schemas.microsoft.com/office/drawing/2014/main" id="{252FE237-A1DC-059E-414B-34D01D9D7695}"/>
                </a:ext>
              </a:extLst>
            </p:cNvPr>
            <p:cNvGrpSpPr/>
            <p:nvPr/>
          </p:nvGrpSpPr>
          <p:grpSpPr>
            <a:xfrm>
              <a:off x="4884917" y="936156"/>
              <a:ext cx="3291142" cy="3879613"/>
              <a:chOff x="4884917" y="936156"/>
              <a:chExt cx="3291142" cy="3879613"/>
            </a:xfrm>
            <a:solidFill>
              <a:srgbClr val="030403"/>
            </a:solidFill>
          </p:grpSpPr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FA1772AA-8B11-E965-5CE0-4299C7FCE36B}"/>
                  </a:ext>
                </a:extLst>
              </p:cNvPr>
              <p:cNvSpPr/>
              <p:nvPr/>
            </p:nvSpPr>
            <p:spPr>
              <a:xfrm>
                <a:off x="5788185" y="936156"/>
                <a:ext cx="1503092" cy="879671"/>
              </a:xfrm>
              <a:custGeom>
                <a:avLst/>
                <a:gdLst>
                  <a:gd name="connsiteX0" fmla="*/ 152286 w 1503092"/>
                  <a:gd name="connsiteY0" fmla="*/ 727119 h 879671"/>
                  <a:gd name="connsiteX1" fmla="*/ 1350816 w 1503092"/>
                  <a:gd name="connsiteY1" fmla="*/ 727119 h 879671"/>
                  <a:gd name="connsiteX2" fmla="*/ 1350816 w 1503092"/>
                  <a:gd name="connsiteY2" fmla="*/ 483308 h 879671"/>
                  <a:gd name="connsiteX3" fmla="*/ 1054351 w 1503092"/>
                  <a:gd name="connsiteY3" fmla="*/ 483308 h 879671"/>
                  <a:gd name="connsiteX4" fmla="*/ 997925 w 1503092"/>
                  <a:gd name="connsiteY4" fmla="*/ 458467 h 879671"/>
                  <a:gd name="connsiteX5" fmla="*/ 978217 w 1503092"/>
                  <a:gd name="connsiteY5" fmla="*/ 400145 h 879671"/>
                  <a:gd name="connsiteX6" fmla="*/ 979027 w 1503092"/>
                  <a:gd name="connsiteY6" fmla="*/ 380162 h 879671"/>
                  <a:gd name="connsiteX7" fmla="*/ 751684 w 1503092"/>
                  <a:gd name="connsiteY7" fmla="*/ 152552 h 879671"/>
                  <a:gd name="connsiteX8" fmla="*/ 524342 w 1503092"/>
                  <a:gd name="connsiteY8" fmla="*/ 380162 h 879671"/>
                  <a:gd name="connsiteX9" fmla="*/ 524885 w 1503092"/>
                  <a:gd name="connsiteY9" fmla="*/ 400145 h 879671"/>
                  <a:gd name="connsiteX10" fmla="*/ 505711 w 1503092"/>
                  <a:gd name="connsiteY10" fmla="*/ 458467 h 879671"/>
                  <a:gd name="connsiteX11" fmla="*/ 449285 w 1503092"/>
                  <a:gd name="connsiteY11" fmla="*/ 483308 h 879671"/>
                  <a:gd name="connsiteX12" fmla="*/ 152286 w 1503092"/>
                  <a:gd name="connsiteY12" fmla="*/ 483308 h 879671"/>
                  <a:gd name="connsiteX13" fmla="*/ 1426959 w 1503092"/>
                  <a:gd name="connsiteY13" fmla="*/ 879672 h 879671"/>
                  <a:gd name="connsiteX14" fmla="*/ 76143 w 1503092"/>
                  <a:gd name="connsiteY14" fmla="*/ 879672 h 879671"/>
                  <a:gd name="connsiteX15" fmla="*/ 0 w 1503092"/>
                  <a:gd name="connsiteY15" fmla="*/ 803529 h 879671"/>
                  <a:gd name="connsiteX16" fmla="*/ 0 w 1503092"/>
                  <a:gd name="connsiteY16" fmla="*/ 407165 h 879671"/>
                  <a:gd name="connsiteX17" fmla="*/ 76143 w 1503092"/>
                  <a:gd name="connsiteY17" fmla="*/ 330756 h 879671"/>
                  <a:gd name="connsiteX18" fmla="*/ 374761 w 1503092"/>
                  <a:gd name="connsiteY18" fmla="*/ 330756 h 879671"/>
                  <a:gd name="connsiteX19" fmla="*/ 751684 w 1503092"/>
                  <a:gd name="connsiteY19" fmla="*/ 0 h 879671"/>
                  <a:gd name="connsiteX20" fmla="*/ 1128331 w 1503092"/>
                  <a:gd name="connsiteY20" fmla="*/ 330756 h 879671"/>
                  <a:gd name="connsiteX21" fmla="*/ 1426950 w 1503092"/>
                  <a:gd name="connsiteY21" fmla="*/ 330756 h 879671"/>
                  <a:gd name="connsiteX22" fmla="*/ 1503093 w 1503092"/>
                  <a:gd name="connsiteY22" fmla="*/ 407165 h 879671"/>
                  <a:gd name="connsiteX23" fmla="*/ 1503093 w 1503092"/>
                  <a:gd name="connsiteY23" fmla="*/ 803529 h 879671"/>
                  <a:gd name="connsiteX24" fmla="*/ 1426950 w 1503092"/>
                  <a:gd name="connsiteY24" fmla="*/ 879672 h 8796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503092" h="879671">
                    <a:moveTo>
                      <a:pt x="152286" y="727119"/>
                    </a:moveTo>
                    <a:lnTo>
                      <a:pt x="1350816" y="727119"/>
                    </a:lnTo>
                    <a:lnTo>
                      <a:pt x="1350816" y="483308"/>
                    </a:lnTo>
                    <a:lnTo>
                      <a:pt x="1054351" y="483308"/>
                    </a:lnTo>
                    <a:cubicBezTo>
                      <a:pt x="1032748" y="483308"/>
                      <a:pt x="1012231" y="474402"/>
                      <a:pt x="997925" y="458467"/>
                    </a:cubicBezTo>
                    <a:cubicBezTo>
                      <a:pt x="983618" y="442808"/>
                      <a:pt x="976322" y="421481"/>
                      <a:pt x="978217" y="400145"/>
                    </a:cubicBezTo>
                    <a:cubicBezTo>
                      <a:pt x="978760" y="394478"/>
                      <a:pt x="979027" y="387991"/>
                      <a:pt x="979027" y="380162"/>
                    </a:cubicBezTo>
                    <a:cubicBezTo>
                      <a:pt x="979027" y="254613"/>
                      <a:pt x="877233" y="152552"/>
                      <a:pt x="751684" y="152552"/>
                    </a:cubicBezTo>
                    <a:cubicBezTo>
                      <a:pt x="626135" y="152552"/>
                      <a:pt x="524342" y="254613"/>
                      <a:pt x="524342" y="380162"/>
                    </a:cubicBezTo>
                    <a:cubicBezTo>
                      <a:pt x="524342" y="387991"/>
                      <a:pt x="524342" y="394468"/>
                      <a:pt x="524885" y="400145"/>
                    </a:cubicBezTo>
                    <a:cubicBezTo>
                      <a:pt x="527047" y="421472"/>
                      <a:pt x="520027" y="442808"/>
                      <a:pt x="505711" y="458467"/>
                    </a:cubicBezTo>
                    <a:cubicBezTo>
                      <a:pt x="490861" y="474402"/>
                      <a:pt x="470611" y="483308"/>
                      <a:pt x="449285" y="483308"/>
                    </a:cubicBezTo>
                    <a:lnTo>
                      <a:pt x="152286" y="483308"/>
                    </a:lnTo>
                    <a:close/>
                    <a:moveTo>
                      <a:pt x="1426959" y="879672"/>
                    </a:moveTo>
                    <a:lnTo>
                      <a:pt x="76143" y="879672"/>
                    </a:lnTo>
                    <a:cubicBezTo>
                      <a:pt x="34023" y="879672"/>
                      <a:pt x="0" y="845649"/>
                      <a:pt x="0" y="803529"/>
                    </a:cubicBezTo>
                    <a:lnTo>
                      <a:pt x="0" y="407165"/>
                    </a:lnTo>
                    <a:cubicBezTo>
                      <a:pt x="0" y="365046"/>
                      <a:pt x="34023" y="330756"/>
                      <a:pt x="76143" y="330756"/>
                    </a:cubicBezTo>
                    <a:lnTo>
                      <a:pt x="374761" y="330756"/>
                    </a:lnTo>
                    <a:cubicBezTo>
                      <a:pt x="399059" y="144456"/>
                      <a:pt x="558908" y="0"/>
                      <a:pt x="751684" y="0"/>
                    </a:cubicBezTo>
                    <a:cubicBezTo>
                      <a:pt x="944461" y="0"/>
                      <a:pt x="1104033" y="144456"/>
                      <a:pt x="1128331" y="330756"/>
                    </a:cubicBezTo>
                    <a:lnTo>
                      <a:pt x="1426950" y="330756"/>
                    </a:lnTo>
                    <a:cubicBezTo>
                      <a:pt x="1469069" y="330756"/>
                      <a:pt x="1503093" y="365046"/>
                      <a:pt x="1503093" y="407165"/>
                    </a:cubicBezTo>
                    <a:lnTo>
                      <a:pt x="1503093" y="803529"/>
                    </a:lnTo>
                    <a:cubicBezTo>
                      <a:pt x="1503093" y="845649"/>
                      <a:pt x="1469069" y="879672"/>
                      <a:pt x="1426950" y="879672"/>
                    </a:cubicBezTo>
                    <a:close/>
                  </a:path>
                </a:pathLst>
              </a:custGeom>
              <a:solidFill>
                <a:srgbClr val="0304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CN"/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952F9A16-E2F0-5DF1-489E-FF3B55DDF958}"/>
                  </a:ext>
                </a:extLst>
              </p:cNvPr>
              <p:cNvSpPr/>
              <p:nvPr/>
            </p:nvSpPr>
            <p:spPr>
              <a:xfrm>
                <a:off x="5982718" y="2487964"/>
                <a:ext cx="152552" cy="668254"/>
              </a:xfrm>
              <a:custGeom>
                <a:avLst/>
                <a:gdLst>
                  <a:gd name="connsiteX0" fmla="*/ 76410 w 152552"/>
                  <a:gd name="connsiteY0" fmla="*/ 668255 h 668254"/>
                  <a:gd name="connsiteX1" fmla="*/ 0 w 152552"/>
                  <a:gd name="connsiteY1" fmla="*/ 592112 h 668254"/>
                  <a:gd name="connsiteX2" fmla="*/ 0 w 152552"/>
                  <a:gd name="connsiteY2" fmla="*/ 76410 h 668254"/>
                  <a:gd name="connsiteX3" fmla="*/ 76410 w 152552"/>
                  <a:gd name="connsiteY3" fmla="*/ 0 h 668254"/>
                  <a:gd name="connsiteX4" fmla="*/ 152552 w 152552"/>
                  <a:gd name="connsiteY4" fmla="*/ 76410 h 668254"/>
                  <a:gd name="connsiteX5" fmla="*/ 152552 w 152552"/>
                  <a:gd name="connsiteY5" fmla="*/ 592112 h 668254"/>
                  <a:gd name="connsiteX6" fmla="*/ 76410 w 152552"/>
                  <a:gd name="connsiteY6" fmla="*/ 668255 h 668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2552" h="668254">
                    <a:moveTo>
                      <a:pt x="76410" y="668255"/>
                    </a:moveTo>
                    <a:cubicBezTo>
                      <a:pt x="34290" y="668255"/>
                      <a:pt x="0" y="634232"/>
                      <a:pt x="0" y="592112"/>
                    </a:cubicBezTo>
                    <a:lnTo>
                      <a:pt x="0" y="76410"/>
                    </a:lnTo>
                    <a:cubicBezTo>
                      <a:pt x="0" y="34290"/>
                      <a:pt x="34290" y="0"/>
                      <a:pt x="76410" y="0"/>
                    </a:cubicBezTo>
                    <a:cubicBezTo>
                      <a:pt x="118529" y="0"/>
                      <a:pt x="152552" y="34290"/>
                      <a:pt x="152552" y="76410"/>
                    </a:cubicBezTo>
                    <a:lnTo>
                      <a:pt x="152552" y="592112"/>
                    </a:lnTo>
                    <a:cubicBezTo>
                      <a:pt x="152552" y="634232"/>
                      <a:pt x="118529" y="668255"/>
                      <a:pt x="76410" y="668255"/>
                    </a:cubicBezTo>
                    <a:close/>
                  </a:path>
                </a:pathLst>
              </a:custGeom>
              <a:solidFill>
                <a:srgbClr val="0304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CN" dirty="0"/>
              </a:p>
            </p:txBody>
          </p:sp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9F20A603-B596-3465-27F2-567DC01FAE33}"/>
                  </a:ext>
                </a:extLst>
              </p:cNvPr>
              <p:cNvSpPr/>
              <p:nvPr/>
            </p:nvSpPr>
            <p:spPr>
              <a:xfrm>
                <a:off x="5982923" y="2987865"/>
                <a:ext cx="152552" cy="1827904"/>
              </a:xfrm>
              <a:custGeom>
                <a:avLst/>
                <a:gdLst>
                  <a:gd name="connsiteX0" fmla="*/ 76410 w 152552"/>
                  <a:gd name="connsiteY0" fmla="*/ 1827905 h 1827904"/>
                  <a:gd name="connsiteX1" fmla="*/ 0 w 152552"/>
                  <a:gd name="connsiteY1" fmla="*/ 1751762 h 1827904"/>
                  <a:gd name="connsiteX2" fmla="*/ 0 w 152552"/>
                  <a:gd name="connsiteY2" fmla="*/ 76410 h 1827904"/>
                  <a:gd name="connsiteX3" fmla="*/ 76410 w 152552"/>
                  <a:gd name="connsiteY3" fmla="*/ 0 h 1827904"/>
                  <a:gd name="connsiteX4" fmla="*/ 152552 w 152552"/>
                  <a:gd name="connsiteY4" fmla="*/ 76410 h 1827904"/>
                  <a:gd name="connsiteX5" fmla="*/ 152552 w 152552"/>
                  <a:gd name="connsiteY5" fmla="*/ 1751762 h 1827904"/>
                  <a:gd name="connsiteX6" fmla="*/ 76410 w 152552"/>
                  <a:gd name="connsiteY6" fmla="*/ 1827905 h 1827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2552" h="1827904">
                    <a:moveTo>
                      <a:pt x="76410" y="1827905"/>
                    </a:moveTo>
                    <a:cubicBezTo>
                      <a:pt x="34290" y="1827905"/>
                      <a:pt x="0" y="1793881"/>
                      <a:pt x="0" y="1751762"/>
                    </a:cubicBezTo>
                    <a:lnTo>
                      <a:pt x="0" y="76410"/>
                    </a:lnTo>
                    <a:cubicBezTo>
                      <a:pt x="0" y="34290"/>
                      <a:pt x="34290" y="0"/>
                      <a:pt x="76410" y="0"/>
                    </a:cubicBezTo>
                    <a:cubicBezTo>
                      <a:pt x="118529" y="0"/>
                      <a:pt x="152552" y="34290"/>
                      <a:pt x="152552" y="76410"/>
                    </a:cubicBezTo>
                    <a:lnTo>
                      <a:pt x="152552" y="1751762"/>
                    </a:lnTo>
                    <a:cubicBezTo>
                      <a:pt x="152552" y="1793881"/>
                      <a:pt x="118529" y="1827905"/>
                      <a:pt x="76410" y="1827905"/>
                    </a:cubicBezTo>
                    <a:close/>
                  </a:path>
                </a:pathLst>
              </a:custGeom>
              <a:solidFill>
                <a:srgbClr val="0304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CN"/>
              </a:p>
            </p:txBody>
          </p:sp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18C6D2C2-3A3E-AA3E-4F17-8F69152F8240}"/>
                  </a:ext>
                </a:extLst>
              </p:cNvPr>
              <p:cNvSpPr/>
              <p:nvPr/>
            </p:nvSpPr>
            <p:spPr>
              <a:xfrm>
                <a:off x="5150559" y="3243950"/>
                <a:ext cx="728738" cy="152552"/>
              </a:xfrm>
              <a:custGeom>
                <a:avLst/>
                <a:gdLst>
                  <a:gd name="connsiteX0" fmla="*/ 652596 w 728738"/>
                  <a:gd name="connsiteY0" fmla="*/ 152552 h 152552"/>
                  <a:gd name="connsiteX1" fmla="*/ 76143 w 728738"/>
                  <a:gd name="connsiteY1" fmla="*/ 152552 h 152552"/>
                  <a:gd name="connsiteX2" fmla="*/ 0 w 728738"/>
                  <a:gd name="connsiteY2" fmla="*/ 76410 h 152552"/>
                  <a:gd name="connsiteX3" fmla="*/ 76143 w 728738"/>
                  <a:gd name="connsiteY3" fmla="*/ 0 h 152552"/>
                  <a:gd name="connsiteX4" fmla="*/ 652596 w 728738"/>
                  <a:gd name="connsiteY4" fmla="*/ 0 h 152552"/>
                  <a:gd name="connsiteX5" fmla="*/ 728739 w 728738"/>
                  <a:gd name="connsiteY5" fmla="*/ 76410 h 152552"/>
                  <a:gd name="connsiteX6" fmla="*/ 652596 w 728738"/>
                  <a:gd name="connsiteY6" fmla="*/ 152552 h 1525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28738" h="152552">
                    <a:moveTo>
                      <a:pt x="652596" y="152552"/>
                    </a:moveTo>
                    <a:lnTo>
                      <a:pt x="76143" y="152552"/>
                    </a:lnTo>
                    <a:cubicBezTo>
                      <a:pt x="34023" y="152552"/>
                      <a:pt x="0" y="118529"/>
                      <a:pt x="0" y="76410"/>
                    </a:cubicBezTo>
                    <a:cubicBezTo>
                      <a:pt x="0" y="34290"/>
                      <a:pt x="34023" y="0"/>
                      <a:pt x="76143" y="0"/>
                    </a:cubicBezTo>
                    <a:lnTo>
                      <a:pt x="652596" y="0"/>
                    </a:lnTo>
                    <a:cubicBezTo>
                      <a:pt x="694715" y="0"/>
                      <a:pt x="728739" y="34290"/>
                      <a:pt x="728739" y="76410"/>
                    </a:cubicBezTo>
                    <a:cubicBezTo>
                      <a:pt x="728739" y="118529"/>
                      <a:pt x="694715" y="152552"/>
                      <a:pt x="652596" y="152552"/>
                    </a:cubicBezTo>
                    <a:close/>
                  </a:path>
                </a:pathLst>
              </a:custGeom>
              <a:solidFill>
                <a:srgbClr val="0304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CN"/>
              </a:p>
            </p:txBody>
          </p:sp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CAB23C81-C8A9-9C0A-26CC-58B13A62FC59}"/>
                  </a:ext>
                </a:extLst>
              </p:cNvPr>
              <p:cNvSpPr/>
              <p:nvPr/>
            </p:nvSpPr>
            <p:spPr>
              <a:xfrm>
                <a:off x="6777237" y="2001501"/>
                <a:ext cx="1398822" cy="152552"/>
              </a:xfrm>
              <a:custGeom>
                <a:avLst/>
                <a:gdLst>
                  <a:gd name="connsiteX0" fmla="*/ 1189882 w 1266291"/>
                  <a:gd name="connsiteY0" fmla="*/ 152552 h 152552"/>
                  <a:gd name="connsiteX1" fmla="*/ 76410 w 1266291"/>
                  <a:gd name="connsiteY1" fmla="*/ 152552 h 152552"/>
                  <a:gd name="connsiteX2" fmla="*/ 0 w 1266291"/>
                  <a:gd name="connsiteY2" fmla="*/ 76410 h 152552"/>
                  <a:gd name="connsiteX3" fmla="*/ 76410 w 1266291"/>
                  <a:gd name="connsiteY3" fmla="*/ 0 h 152552"/>
                  <a:gd name="connsiteX4" fmla="*/ 1189882 w 1266291"/>
                  <a:gd name="connsiteY4" fmla="*/ 0 h 152552"/>
                  <a:gd name="connsiteX5" fmla="*/ 1266292 w 1266291"/>
                  <a:gd name="connsiteY5" fmla="*/ 76410 h 152552"/>
                  <a:gd name="connsiteX6" fmla="*/ 1189882 w 1266291"/>
                  <a:gd name="connsiteY6" fmla="*/ 152552 h 1525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66291" h="152552">
                    <a:moveTo>
                      <a:pt x="1189882" y="152552"/>
                    </a:moveTo>
                    <a:lnTo>
                      <a:pt x="76410" y="152552"/>
                    </a:lnTo>
                    <a:cubicBezTo>
                      <a:pt x="34290" y="152552"/>
                      <a:pt x="0" y="118529"/>
                      <a:pt x="0" y="76410"/>
                    </a:cubicBezTo>
                    <a:cubicBezTo>
                      <a:pt x="0" y="34290"/>
                      <a:pt x="34290" y="0"/>
                      <a:pt x="76410" y="0"/>
                    </a:cubicBezTo>
                    <a:lnTo>
                      <a:pt x="1189882" y="0"/>
                    </a:lnTo>
                    <a:cubicBezTo>
                      <a:pt x="1232002" y="0"/>
                      <a:pt x="1266292" y="34290"/>
                      <a:pt x="1266292" y="76410"/>
                    </a:cubicBezTo>
                    <a:cubicBezTo>
                      <a:pt x="1266292" y="118529"/>
                      <a:pt x="1232002" y="152552"/>
                      <a:pt x="1189882" y="152552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r>
                  <a:rPr lang="en-CN" sz="2400" b="1" dirty="0">
                    <a:latin typeface="Comic Sans MS" panose="030F0902030302020204" pitchFamily="66" charset="0"/>
                  </a:rPr>
                  <a:t>Item 7</a:t>
                </a:r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4E10324D-E8DC-CBA8-F22E-3C3836FE7D3F}"/>
                  </a:ext>
                </a:extLst>
              </p:cNvPr>
              <p:cNvSpPr/>
              <p:nvPr/>
            </p:nvSpPr>
            <p:spPr>
              <a:xfrm>
                <a:off x="4886794" y="2987865"/>
                <a:ext cx="3135039" cy="1827904"/>
              </a:xfrm>
              <a:custGeom>
                <a:avLst/>
                <a:gdLst>
                  <a:gd name="connsiteX0" fmla="*/ 152276 w 2295001"/>
                  <a:gd name="connsiteY0" fmla="*/ 1675352 h 1827904"/>
                  <a:gd name="connsiteX1" fmla="*/ 2142439 w 2295001"/>
                  <a:gd name="connsiteY1" fmla="*/ 1675352 h 1827904"/>
                  <a:gd name="connsiteX2" fmla="*/ 2142439 w 2295001"/>
                  <a:gd name="connsiteY2" fmla="*/ 152552 h 1827904"/>
                  <a:gd name="connsiteX3" fmla="*/ 152276 w 2295001"/>
                  <a:gd name="connsiteY3" fmla="*/ 152552 h 1827904"/>
                  <a:gd name="connsiteX4" fmla="*/ 2218582 w 2295001"/>
                  <a:gd name="connsiteY4" fmla="*/ 1827905 h 1827904"/>
                  <a:gd name="connsiteX5" fmla="*/ 76143 w 2295001"/>
                  <a:gd name="connsiteY5" fmla="*/ 1827905 h 1827904"/>
                  <a:gd name="connsiteX6" fmla="*/ 0 w 2295001"/>
                  <a:gd name="connsiteY6" fmla="*/ 1751762 h 1827904"/>
                  <a:gd name="connsiteX7" fmla="*/ 0 w 2295001"/>
                  <a:gd name="connsiteY7" fmla="*/ 76410 h 1827904"/>
                  <a:gd name="connsiteX8" fmla="*/ 76143 w 2295001"/>
                  <a:gd name="connsiteY8" fmla="*/ 0 h 1827904"/>
                  <a:gd name="connsiteX9" fmla="*/ 2218592 w 2295001"/>
                  <a:gd name="connsiteY9" fmla="*/ 0 h 1827904"/>
                  <a:gd name="connsiteX10" fmla="*/ 2295001 w 2295001"/>
                  <a:gd name="connsiteY10" fmla="*/ 76410 h 1827904"/>
                  <a:gd name="connsiteX11" fmla="*/ 2295001 w 2295001"/>
                  <a:gd name="connsiteY11" fmla="*/ 1751762 h 1827904"/>
                  <a:gd name="connsiteX12" fmla="*/ 2218592 w 2295001"/>
                  <a:gd name="connsiteY12" fmla="*/ 1827905 h 1827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95001" h="1827904">
                    <a:moveTo>
                      <a:pt x="152276" y="1675352"/>
                    </a:moveTo>
                    <a:lnTo>
                      <a:pt x="2142439" y="1675352"/>
                    </a:lnTo>
                    <a:lnTo>
                      <a:pt x="2142439" y="152552"/>
                    </a:lnTo>
                    <a:lnTo>
                      <a:pt x="152276" y="152552"/>
                    </a:lnTo>
                    <a:close/>
                    <a:moveTo>
                      <a:pt x="2218582" y="1827905"/>
                    </a:moveTo>
                    <a:lnTo>
                      <a:pt x="76143" y="1827905"/>
                    </a:lnTo>
                    <a:cubicBezTo>
                      <a:pt x="34023" y="1827905"/>
                      <a:pt x="0" y="1793881"/>
                      <a:pt x="0" y="1751762"/>
                    </a:cubicBezTo>
                    <a:lnTo>
                      <a:pt x="0" y="76410"/>
                    </a:lnTo>
                    <a:cubicBezTo>
                      <a:pt x="0" y="34290"/>
                      <a:pt x="34023" y="0"/>
                      <a:pt x="76143" y="0"/>
                    </a:cubicBezTo>
                    <a:lnTo>
                      <a:pt x="2218592" y="0"/>
                    </a:lnTo>
                    <a:cubicBezTo>
                      <a:pt x="2260711" y="0"/>
                      <a:pt x="2295001" y="34290"/>
                      <a:pt x="2295001" y="76410"/>
                    </a:cubicBezTo>
                    <a:lnTo>
                      <a:pt x="2295001" y="1751762"/>
                    </a:lnTo>
                    <a:cubicBezTo>
                      <a:pt x="2295001" y="1793881"/>
                      <a:pt x="2260711" y="1827905"/>
                      <a:pt x="2218592" y="1827905"/>
                    </a:cubicBezTo>
                    <a:close/>
                  </a:path>
                </a:pathLst>
              </a:custGeom>
              <a:solidFill>
                <a:srgbClr val="0304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CN" dirty="0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D2F2FC4B-0241-0C92-DE42-54B05AB1ED22}"/>
                  </a:ext>
                </a:extLst>
              </p:cNvPr>
              <p:cNvSpPr/>
              <p:nvPr/>
            </p:nvSpPr>
            <p:spPr>
              <a:xfrm>
                <a:off x="4884917" y="2467625"/>
                <a:ext cx="3136916" cy="668254"/>
              </a:xfrm>
              <a:custGeom>
                <a:avLst/>
                <a:gdLst>
                  <a:gd name="connsiteX0" fmla="*/ 152276 w 2295001"/>
                  <a:gd name="connsiteY0" fmla="*/ 515703 h 668254"/>
                  <a:gd name="connsiteX1" fmla="*/ 2142439 w 2295001"/>
                  <a:gd name="connsiteY1" fmla="*/ 515703 h 668254"/>
                  <a:gd name="connsiteX2" fmla="*/ 2142439 w 2295001"/>
                  <a:gd name="connsiteY2" fmla="*/ 152552 h 668254"/>
                  <a:gd name="connsiteX3" fmla="*/ 152276 w 2295001"/>
                  <a:gd name="connsiteY3" fmla="*/ 152552 h 668254"/>
                  <a:gd name="connsiteX4" fmla="*/ 2218582 w 2295001"/>
                  <a:gd name="connsiteY4" fmla="*/ 668255 h 668254"/>
                  <a:gd name="connsiteX5" fmla="*/ 76143 w 2295001"/>
                  <a:gd name="connsiteY5" fmla="*/ 668255 h 668254"/>
                  <a:gd name="connsiteX6" fmla="*/ 0 w 2295001"/>
                  <a:gd name="connsiteY6" fmla="*/ 592112 h 668254"/>
                  <a:gd name="connsiteX7" fmla="*/ 0 w 2295001"/>
                  <a:gd name="connsiteY7" fmla="*/ 76410 h 668254"/>
                  <a:gd name="connsiteX8" fmla="*/ 76143 w 2295001"/>
                  <a:gd name="connsiteY8" fmla="*/ 0 h 668254"/>
                  <a:gd name="connsiteX9" fmla="*/ 2218592 w 2295001"/>
                  <a:gd name="connsiteY9" fmla="*/ 0 h 668254"/>
                  <a:gd name="connsiteX10" fmla="*/ 2295001 w 2295001"/>
                  <a:gd name="connsiteY10" fmla="*/ 76410 h 668254"/>
                  <a:gd name="connsiteX11" fmla="*/ 2295001 w 2295001"/>
                  <a:gd name="connsiteY11" fmla="*/ 592112 h 668254"/>
                  <a:gd name="connsiteX12" fmla="*/ 2218592 w 2295001"/>
                  <a:gd name="connsiteY12" fmla="*/ 668255 h 668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95001" h="668254">
                    <a:moveTo>
                      <a:pt x="152276" y="515703"/>
                    </a:moveTo>
                    <a:lnTo>
                      <a:pt x="2142439" y="515703"/>
                    </a:lnTo>
                    <a:lnTo>
                      <a:pt x="2142439" y="152552"/>
                    </a:lnTo>
                    <a:lnTo>
                      <a:pt x="152276" y="152552"/>
                    </a:lnTo>
                    <a:close/>
                    <a:moveTo>
                      <a:pt x="2218582" y="668255"/>
                    </a:moveTo>
                    <a:lnTo>
                      <a:pt x="76143" y="668255"/>
                    </a:lnTo>
                    <a:cubicBezTo>
                      <a:pt x="34023" y="668255"/>
                      <a:pt x="0" y="634232"/>
                      <a:pt x="0" y="592112"/>
                    </a:cubicBezTo>
                    <a:lnTo>
                      <a:pt x="0" y="76410"/>
                    </a:lnTo>
                    <a:cubicBezTo>
                      <a:pt x="0" y="34290"/>
                      <a:pt x="34023" y="0"/>
                      <a:pt x="76143" y="0"/>
                    </a:cubicBezTo>
                    <a:lnTo>
                      <a:pt x="2218592" y="0"/>
                    </a:lnTo>
                    <a:cubicBezTo>
                      <a:pt x="2260711" y="0"/>
                      <a:pt x="2295001" y="34290"/>
                      <a:pt x="2295001" y="76410"/>
                    </a:cubicBezTo>
                    <a:lnTo>
                      <a:pt x="2295001" y="592112"/>
                    </a:lnTo>
                    <a:cubicBezTo>
                      <a:pt x="2295001" y="634232"/>
                      <a:pt x="2260711" y="668255"/>
                      <a:pt x="2218592" y="668255"/>
                    </a:cubicBezTo>
                    <a:close/>
                  </a:path>
                </a:pathLst>
              </a:custGeom>
              <a:solidFill>
                <a:srgbClr val="0304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CN" dirty="0"/>
              </a:p>
            </p:txBody>
          </p:sp>
        </p:grp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7D8946B4-7B3C-C89C-C6A8-E0087779D06C}"/>
                </a:ext>
              </a:extLst>
            </p:cNvPr>
            <p:cNvSpPr/>
            <p:nvPr/>
          </p:nvSpPr>
          <p:spPr>
            <a:xfrm>
              <a:off x="5054553" y="2728391"/>
              <a:ext cx="890094" cy="152552"/>
            </a:xfrm>
            <a:custGeom>
              <a:avLst/>
              <a:gdLst>
                <a:gd name="connsiteX0" fmla="*/ 1189882 w 1266291"/>
                <a:gd name="connsiteY0" fmla="*/ 152552 h 152552"/>
                <a:gd name="connsiteX1" fmla="*/ 76410 w 1266291"/>
                <a:gd name="connsiteY1" fmla="*/ 152552 h 152552"/>
                <a:gd name="connsiteX2" fmla="*/ 0 w 1266291"/>
                <a:gd name="connsiteY2" fmla="*/ 76410 h 152552"/>
                <a:gd name="connsiteX3" fmla="*/ 76410 w 1266291"/>
                <a:gd name="connsiteY3" fmla="*/ 0 h 152552"/>
                <a:gd name="connsiteX4" fmla="*/ 1189882 w 1266291"/>
                <a:gd name="connsiteY4" fmla="*/ 0 h 152552"/>
                <a:gd name="connsiteX5" fmla="*/ 1266292 w 1266291"/>
                <a:gd name="connsiteY5" fmla="*/ 76410 h 152552"/>
                <a:gd name="connsiteX6" fmla="*/ 1189882 w 1266291"/>
                <a:gd name="connsiteY6" fmla="*/ 152552 h 152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6291" h="152552">
                  <a:moveTo>
                    <a:pt x="1189882" y="152552"/>
                  </a:moveTo>
                  <a:lnTo>
                    <a:pt x="76410" y="152552"/>
                  </a:lnTo>
                  <a:cubicBezTo>
                    <a:pt x="34290" y="152552"/>
                    <a:pt x="0" y="118529"/>
                    <a:pt x="0" y="76410"/>
                  </a:cubicBezTo>
                  <a:cubicBezTo>
                    <a:pt x="0" y="34290"/>
                    <a:pt x="34290" y="0"/>
                    <a:pt x="76410" y="0"/>
                  </a:cubicBezTo>
                  <a:lnTo>
                    <a:pt x="1189882" y="0"/>
                  </a:lnTo>
                  <a:cubicBezTo>
                    <a:pt x="1232002" y="0"/>
                    <a:pt x="1266292" y="34290"/>
                    <a:pt x="1266292" y="76410"/>
                  </a:cubicBezTo>
                  <a:cubicBezTo>
                    <a:pt x="1266292" y="118529"/>
                    <a:pt x="1232002" y="152552"/>
                    <a:pt x="1189882" y="152552"/>
                  </a:cubicBez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en-CN" b="1" dirty="0">
                  <a:latin typeface="Comic Sans MS" panose="030F0902030302020204" pitchFamily="66" charset="0"/>
                </a:rPr>
                <a:t>Score</a:t>
              </a:r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9CECA45F-2231-F4C1-60E1-B9AA4A7E05FD}"/>
                </a:ext>
              </a:extLst>
            </p:cNvPr>
            <p:cNvSpPr/>
            <p:nvPr/>
          </p:nvSpPr>
          <p:spPr>
            <a:xfrm>
              <a:off x="5150559" y="3501905"/>
              <a:ext cx="728738" cy="152552"/>
            </a:xfrm>
            <a:custGeom>
              <a:avLst/>
              <a:gdLst>
                <a:gd name="connsiteX0" fmla="*/ 652596 w 728738"/>
                <a:gd name="connsiteY0" fmla="*/ 152552 h 152552"/>
                <a:gd name="connsiteX1" fmla="*/ 76143 w 728738"/>
                <a:gd name="connsiteY1" fmla="*/ 152552 h 152552"/>
                <a:gd name="connsiteX2" fmla="*/ 0 w 728738"/>
                <a:gd name="connsiteY2" fmla="*/ 76410 h 152552"/>
                <a:gd name="connsiteX3" fmla="*/ 76143 w 728738"/>
                <a:gd name="connsiteY3" fmla="*/ 0 h 152552"/>
                <a:gd name="connsiteX4" fmla="*/ 652596 w 728738"/>
                <a:gd name="connsiteY4" fmla="*/ 0 h 152552"/>
                <a:gd name="connsiteX5" fmla="*/ 728739 w 728738"/>
                <a:gd name="connsiteY5" fmla="*/ 76410 h 152552"/>
                <a:gd name="connsiteX6" fmla="*/ 652596 w 728738"/>
                <a:gd name="connsiteY6" fmla="*/ 152552 h 152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28738" h="152552">
                  <a:moveTo>
                    <a:pt x="652596" y="152552"/>
                  </a:moveTo>
                  <a:lnTo>
                    <a:pt x="76143" y="152552"/>
                  </a:lnTo>
                  <a:cubicBezTo>
                    <a:pt x="34023" y="152552"/>
                    <a:pt x="0" y="118529"/>
                    <a:pt x="0" y="76410"/>
                  </a:cubicBezTo>
                  <a:cubicBezTo>
                    <a:pt x="0" y="34290"/>
                    <a:pt x="34023" y="0"/>
                    <a:pt x="76143" y="0"/>
                  </a:cubicBezTo>
                  <a:lnTo>
                    <a:pt x="652596" y="0"/>
                  </a:lnTo>
                  <a:cubicBezTo>
                    <a:pt x="694715" y="0"/>
                    <a:pt x="728739" y="34290"/>
                    <a:pt x="728739" y="76410"/>
                  </a:cubicBezTo>
                  <a:cubicBezTo>
                    <a:pt x="728739" y="118529"/>
                    <a:pt x="694715" y="152552"/>
                    <a:pt x="652596" y="152552"/>
                  </a:cubicBezTo>
                  <a:close/>
                </a:path>
              </a:pathLst>
            </a:custGeom>
            <a:solidFill>
              <a:srgbClr val="03040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CN" dirty="0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7DBDC826-0BF1-2E43-3EFE-05A847125F55}"/>
                </a:ext>
              </a:extLst>
            </p:cNvPr>
            <p:cNvSpPr/>
            <p:nvPr/>
          </p:nvSpPr>
          <p:spPr>
            <a:xfrm>
              <a:off x="5150559" y="3759509"/>
              <a:ext cx="728738" cy="152552"/>
            </a:xfrm>
            <a:custGeom>
              <a:avLst/>
              <a:gdLst>
                <a:gd name="connsiteX0" fmla="*/ 652596 w 728738"/>
                <a:gd name="connsiteY0" fmla="*/ 152552 h 152552"/>
                <a:gd name="connsiteX1" fmla="*/ 76143 w 728738"/>
                <a:gd name="connsiteY1" fmla="*/ 152552 h 152552"/>
                <a:gd name="connsiteX2" fmla="*/ 0 w 728738"/>
                <a:gd name="connsiteY2" fmla="*/ 76410 h 152552"/>
                <a:gd name="connsiteX3" fmla="*/ 76143 w 728738"/>
                <a:gd name="connsiteY3" fmla="*/ 0 h 152552"/>
                <a:gd name="connsiteX4" fmla="*/ 652596 w 728738"/>
                <a:gd name="connsiteY4" fmla="*/ 0 h 152552"/>
                <a:gd name="connsiteX5" fmla="*/ 728739 w 728738"/>
                <a:gd name="connsiteY5" fmla="*/ 76410 h 152552"/>
                <a:gd name="connsiteX6" fmla="*/ 652596 w 728738"/>
                <a:gd name="connsiteY6" fmla="*/ 152552 h 152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28738" h="152552">
                  <a:moveTo>
                    <a:pt x="652596" y="152552"/>
                  </a:moveTo>
                  <a:lnTo>
                    <a:pt x="76143" y="152552"/>
                  </a:lnTo>
                  <a:cubicBezTo>
                    <a:pt x="34023" y="152552"/>
                    <a:pt x="0" y="118529"/>
                    <a:pt x="0" y="76410"/>
                  </a:cubicBezTo>
                  <a:cubicBezTo>
                    <a:pt x="0" y="34290"/>
                    <a:pt x="34023" y="0"/>
                    <a:pt x="76143" y="0"/>
                  </a:cubicBezTo>
                  <a:lnTo>
                    <a:pt x="652596" y="0"/>
                  </a:lnTo>
                  <a:cubicBezTo>
                    <a:pt x="694715" y="0"/>
                    <a:pt x="728739" y="34290"/>
                    <a:pt x="728739" y="76410"/>
                  </a:cubicBezTo>
                  <a:cubicBezTo>
                    <a:pt x="728739" y="118529"/>
                    <a:pt x="694715" y="152552"/>
                    <a:pt x="652596" y="152552"/>
                  </a:cubicBezTo>
                  <a:close/>
                </a:path>
              </a:pathLst>
            </a:custGeom>
            <a:solidFill>
              <a:srgbClr val="03040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CN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47BADFA6-9422-9917-3C40-1CB00C47CDF8}"/>
                </a:ext>
              </a:extLst>
            </p:cNvPr>
            <p:cNvSpPr/>
            <p:nvPr/>
          </p:nvSpPr>
          <p:spPr>
            <a:xfrm>
              <a:off x="5150559" y="4013179"/>
              <a:ext cx="728738" cy="152552"/>
            </a:xfrm>
            <a:custGeom>
              <a:avLst/>
              <a:gdLst>
                <a:gd name="connsiteX0" fmla="*/ 652596 w 728738"/>
                <a:gd name="connsiteY0" fmla="*/ 152552 h 152552"/>
                <a:gd name="connsiteX1" fmla="*/ 76143 w 728738"/>
                <a:gd name="connsiteY1" fmla="*/ 152552 h 152552"/>
                <a:gd name="connsiteX2" fmla="*/ 0 w 728738"/>
                <a:gd name="connsiteY2" fmla="*/ 76410 h 152552"/>
                <a:gd name="connsiteX3" fmla="*/ 76143 w 728738"/>
                <a:gd name="connsiteY3" fmla="*/ 0 h 152552"/>
                <a:gd name="connsiteX4" fmla="*/ 652596 w 728738"/>
                <a:gd name="connsiteY4" fmla="*/ 0 h 152552"/>
                <a:gd name="connsiteX5" fmla="*/ 728739 w 728738"/>
                <a:gd name="connsiteY5" fmla="*/ 76410 h 152552"/>
                <a:gd name="connsiteX6" fmla="*/ 652596 w 728738"/>
                <a:gd name="connsiteY6" fmla="*/ 152552 h 152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28738" h="152552">
                  <a:moveTo>
                    <a:pt x="652596" y="152552"/>
                  </a:moveTo>
                  <a:lnTo>
                    <a:pt x="76143" y="152552"/>
                  </a:lnTo>
                  <a:cubicBezTo>
                    <a:pt x="34023" y="152552"/>
                    <a:pt x="0" y="118529"/>
                    <a:pt x="0" y="76410"/>
                  </a:cubicBezTo>
                  <a:cubicBezTo>
                    <a:pt x="0" y="34290"/>
                    <a:pt x="34023" y="0"/>
                    <a:pt x="76143" y="0"/>
                  </a:cubicBezTo>
                  <a:lnTo>
                    <a:pt x="652596" y="0"/>
                  </a:lnTo>
                  <a:cubicBezTo>
                    <a:pt x="694715" y="0"/>
                    <a:pt x="728739" y="34290"/>
                    <a:pt x="728739" y="76410"/>
                  </a:cubicBezTo>
                  <a:cubicBezTo>
                    <a:pt x="728739" y="118529"/>
                    <a:pt x="694715" y="152552"/>
                    <a:pt x="652596" y="152552"/>
                  </a:cubicBezTo>
                  <a:close/>
                </a:path>
              </a:pathLst>
            </a:custGeom>
            <a:solidFill>
              <a:srgbClr val="03040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CN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86421E05-9717-850F-12B7-708F3C7A1F8E}"/>
                </a:ext>
              </a:extLst>
            </p:cNvPr>
            <p:cNvSpPr/>
            <p:nvPr/>
          </p:nvSpPr>
          <p:spPr>
            <a:xfrm>
              <a:off x="5150559" y="4270783"/>
              <a:ext cx="728738" cy="152552"/>
            </a:xfrm>
            <a:custGeom>
              <a:avLst/>
              <a:gdLst>
                <a:gd name="connsiteX0" fmla="*/ 652596 w 728738"/>
                <a:gd name="connsiteY0" fmla="*/ 152552 h 152552"/>
                <a:gd name="connsiteX1" fmla="*/ 76143 w 728738"/>
                <a:gd name="connsiteY1" fmla="*/ 152552 h 152552"/>
                <a:gd name="connsiteX2" fmla="*/ 0 w 728738"/>
                <a:gd name="connsiteY2" fmla="*/ 76410 h 152552"/>
                <a:gd name="connsiteX3" fmla="*/ 76143 w 728738"/>
                <a:gd name="connsiteY3" fmla="*/ 0 h 152552"/>
                <a:gd name="connsiteX4" fmla="*/ 652596 w 728738"/>
                <a:gd name="connsiteY4" fmla="*/ 0 h 152552"/>
                <a:gd name="connsiteX5" fmla="*/ 728739 w 728738"/>
                <a:gd name="connsiteY5" fmla="*/ 76410 h 152552"/>
                <a:gd name="connsiteX6" fmla="*/ 652596 w 728738"/>
                <a:gd name="connsiteY6" fmla="*/ 152552 h 152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28738" h="152552">
                  <a:moveTo>
                    <a:pt x="652596" y="152552"/>
                  </a:moveTo>
                  <a:lnTo>
                    <a:pt x="76143" y="152552"/>
                  </a:lnTo>
                  <a:cubicBezTo>
                    <a:pt x="34023" y="152552"/>
                    <a:pt x="0" y="118529"/>
                    <a:pt x="0" y="76410"/>
                  </a:cubicBezTo>
                  <a:cubicBezTo>
                    <a:pt x="0" y="34290"/>
                    <a:pt x="34023" y="0"/>
                    <a:pt x="76143" y="0"/>
                  </a:cubicBezTo>
                  <a:lnTo>
                    <a:pt x="652596" y="0"/>
                  </a:lnTo>
                  <a:cubicBezTo>
                    <a:pt x="694715" y="0"/>
                    <a:pt x="728739" y="34290"/>
                    <a:pt x="728739" y="76410"/>
                  </a:cubicBezTo>
                  <a:cubicBezTo>
                    <a:pt x="728739" y="118529"/>
                    <a:pt x="694715" y="152552"/>
                    <a:pt x="652596" y="152552"/>
                  </a:cubicBezTo>
                  <a:close/>
                </a:path>
              </a:pathLst>
            </a:custGeom>
            <a:solidFill>
              <a:srgbClr val="03040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CN" dirty="0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0040F929-7D18-73BF-7E89-6FCCF3DA48DB}"/>
                </a:ext>
              </a:extLst>
            </p:cNvPr>
            <p:cNvSpPr/>
            <p:nvPr/>
          </p:nvSpPr>
          <p:spPr>
            <a:xfrm>
              <a:off x="6952833" y="2981584"/>
              <a:ext cx="152552" cy="1827904"/>
            </a:xfrm>
            <a:custGeom>
              <a:avLst/>
              <a:gdLst>
                <a:gd name="connsiteX0" fmla="*/ 76410 w 152552"/>
                <a:gd name="connsiteY0" fmla="*/ 1827905 h 1827904"/>
                <a:gd name="connsiteX1" fmla="*/ 0 w 152552"/>
                <a:gd name="connsiteY1" fmla="*/ 1751762 h 1827904"/>
                <a:gd name="connsiteX2" fmla="*/ 0 w 152552"/>
                <a:gd name="connsiteY2" fmla="*/ 76410 h 1827904"/>
                <a:gd name="connsiteX3" fmla="*/ 76410 w 152552"/>
                <a:gd name="connsiteY3" fmla="*/ 0 h 1827904"/>
                <a:gd name="connsiteX4" fmla="*/ 152552 w 152552"/>
                <a:gd name="connsiteY4" fmla="*/ 76410 h 1827904"/>
                <a:gd name="connsiteX5" fmla="*/ 152552 w 152552"/>
                <a:gd name="connsiteY5" fmla="*/ 1751762 h 1827904"/>
                <a:gd name="connsiteX6" fmla="*/ 76410 w 152552"/>
                <a:gd name="connsiteY6" fmla="*/ 1827905 h 1827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552" h="1827904">
                  <a:moveTo>
                    <a:pt x="76410" y="1827905"/>
                  </a:moveTo>
                  <a:cubicBezTo>
                    <a:pt x="34290" y="1827905"/>
                    <a:pt x="0" y="1793881"/>
                    <a:pt x="0" y="1751762"/>
                  </a:cubicBezTo>
                  <a:lnTo>
                    <a:pt x="0" y="76410"/>
                  </a:lnTo>
                  <a:cubicBezTo>
                    <a:pt x="0" y="34290"/>
                    <a:pt x="34290" y="0"/>
                    <a:pt x="76410" y="0"/>
                  </a:cubicBezTo>
                  <a:cubicBezTo>
                    <a:pt x="118529" y="0"/>
                    <a:pt x="152552" y="34290"/>
                    <a:pt x="152552" y="76410"/>
                  </a:cubicBezTo>
                  <a:lnTo>
                    <a:pt x="152552" y="1751762"/>
                  </a:lnTo>
                  <a:cubicBezTo>
                    <a:pt x="152552" y="1793881"/>
                    <a:pt x="118529" y="1827905"/>
                    <a:pt x="76410" y="1827905"/>
                  </a:cubicBezTo>
                  <a:close/>
                </a:path>
              </a:pathLst>
            </a:custGeom>
            <a:solidFill>
              <a:srgbClr val="03040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CN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419878FF-1057-8C0D-6183-F78F273EB8B1}"/>
                </a:ext>
              </a:extLst>
            </p:cNvPr>
            <p:cNvSpPr/>
            <p:nvPr/>
          </p:nvSpPr>
          <p:spPr>
            <a:xfrm>
              <a:off x="6964296" y="2472163"/>
              <a:ext cx="152552" cy="668254"/>
            </a:xfrm>
            <a:custGeom>
              <a:avLst/>
              <a:gdLst>
                <a:gd name="connsiteX0" fmla="*/ 76410 w 152552"/>
                <a:gd name="connsiteY0" fmla="*/ 668255 h 668254"/>
                <a:gd name="connsiteX1" fmla="*/ 0 w 152552"/>
                <a:gd name="connsiteY1" fmla="*/ 592112 h 668254"/>
                <a:gd name="connsiteX2" fmla="*/ 0 w 152552"/>
                <a:gd name="connsiteY2" fmla="*/ 76410 h 668254"/>
                <a:gd name="connsiteX3" fmla="*/ 76410 w 152552"/>
                <a:gd name="connsiteY3" fmla="*/ 0 h 668254"/>
                <a:gd name="connsiteX4" fmla="*/ 152552 w 152552"/>
                <a:gd name="connsiteY4" fmla="*/ 76410 h 668254"/>
                <a:gd name="connsiteX5" fmla="*/ 152552 w 152552"/>
                <a:gd name="connsiteY5" fmla="*/ 592112 h 668254"/>
                <a:gd name="connsiteX6" fmla="*/ 76410 w 152552"/>
                <a:gd name="connsiteY6" fmla="*/ 668255 h 668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552" h="668254">
                  <a:moveTo>
                    <a:pt x="76410" y="668255"/>
                  </a:moveTo>
                  <a:cubicBezTo>
                    <a:pt x="34290" y="668255"/>
                    <a:pt x="0" y="634232"/>
                    <a:pt x="0" y="592112"/>
                  </a:cubicBezTo>
                  <a:lnTo>
                    <a:pt x="0" y="76410"/>
                  </a:lnTo>
                  <a:cubicBezTo>
                    <a:pt x="0" y="34290"/>
                    <a:pt x="34290" y="0"/>
                    <a:pt x="76410" y="0"/>
                  </a:cubicBezTo>
                  <a:cubicBezTo>
                    <a:pt x="118529" y="0"/>
                    <a:pt x="152552" y="34290"/>
                    <a:pt x="152552" y="76410"/>
                  </a:cubicBezTo>
                  <a:lnTo>
                    <a:pt x="152552" y="592112"/>
                  </a:lnTo>
                  <a:cubicBezTo>
                    <a:pt x="152552" y="634232"/>
                    <a:pt x="118529" y="668255"/>
                    <a:pt x="76410" y="668255"/>
                  </a:cubicBezTo>
                  <a:close/>
                </a:path>
              </a:pathLst>
            </a:custGeom>
            <a:solidFill>
              <a:srgbClr val="03040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CN" dirty="0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CE1FF9E9-2D92-584A-1CB9-F619C86AB6A6}"/>
                </a:ext>
              </a:extLst>
            </p:cNvPr>
            <p:cNvSpPr/>
            <p:nvPr/>
          </p:nvSpPr>
          <p:spPr>
            <a:xfrm>
              <a:off x="2804368" y="2198287"/>
              <a:ext cx="3873290" cy="3500457"/>
            </a:xfrm>
            <a:custGeom>
              <a:avLst/>
              <a:gdLst>
                <a:gd name="connsiteX0" fmla="*/ 192510 w 3058563"/>
                <a:gd name="connsiteY0" fmla="*/ 0 h 4042991"/>
                <a:gd name="connsiteX1" fmla="*/ 2866320 w 3058563"/>
                <a:gd name="connsiteY1" fmla="*/ 0 h 4042991"/>
                <a:gd name="connsiteX2" fmla="*/ 3058563 w 3058563"/>
                <a:gd name="connsiteY2" fmla="*/ 192243 h 4042991"/>
                <a:gd name="connsiteX3" fmla="*/ 3058563 w 3058563"/>
                <a:gd name="connsiteY3" fmla="*/ 3850748 h 4042991"/>
                <a:gd name="connsiteX4" fmla="*/ 2866320 w 3058563"/>
                <a:gd name="connsiteY4" fmla="*/ 4042991 h 4042991"/>
                <a:gd name="connsiteX5" fmla="*/ 192510 w 3058563"/>
                <a:gd name="connsiteY5" fmla="*/ 4042991 h 4042991"/>
                <a:gd name="connsiteX6" fmla="*/ 0 w 3058563"/>
                <a:gd name="connsiteY6" fmla="*/ 3850748 h 4042991"/>
                <a:gd name="connsiteX7" fmla="*/ 0 w 3058563"/>
                <a:gd name="connsiteY7" fmla="*/ 192243 h 4042991"/>
                <a:gd name="connsiteX8" fmla="*/ 192510 w 3058563"/>
                <a:gd name="connsiteY8" fmla="*/ 0 h 4042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58563" h="4042991">
                  <a:moveTo>
                    <a:pt x="192510" y="0"/>
                  </a:moveTo>
                  <a:lnTo>
                    <a:pt x="2866320" y="0"/>
                  </a:lnTo>
                  <a:cubicBezTo>
                    <a:pt x="2971619" y="0"/>
                    <a:pt x="3058563" y="86401"/>
                    <a:pt x="3058563" y="192243"/>
                  </a:cubicBezTo>
                  <a:lnTo>
                    <a:pt x="3058563" y="3850748"/>
                  </a:lnTo>
                  <a:cubicBezTo>
                    <a:pt x="3058563" y="3956590"/>
                    <a:pt x="2971629" y="4042991"/>
                    <a:pt x="2866320" y="4042991"/>
                  </a:cubicBezTo>
                  <a:lnTo>
                    <a:pt x="192510" y="4042991"/>
                  </a:lnTo>
                  <a:cubicBezTo>
                    <a:pt x="86668" y="4042991"/>
                    <a:pt x="0" y="3956590"/>
                    <a:pt x="0" y="3850748"/>
                  </a:cubicBezTo>
                  <a:lnTo>
                    <a:pt x="0" y="192243"/>
                  </a:lnTo>
                  <a:cubicBezTo>
                    <a:pt x="0" y="86401"/>
                    <a:pt x="86668" y="0"/>
                    <a:pt x="192510" y="0"/>
                  </a:cubicBezTo>
                  <a:close/>
                </a:path>
              </a:pathLst>
            </a:custGeom>
            <a:solidFill>
              <a:srgbClr val="F7F7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CN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26645A08-CA85-396C-3DC1-1C3CFA582B60}"/>
                </a:ext>
              </a:extLst>
            </p:cNvPr>
            <p:cNvSpPr/>
            <p:nvPr/>
          </p:nvSpPr>
          <p:spPr>
            <a:xfrm>
              <a:off x="5392903" y="3755778"/>
              <a:ext cx="766203" cy="1640659"/>
            </a:xfrm>
            <a:custGeom>
              <a:avLst/>
              <a:gdLst>
                <a:gd name="connsiteX0" fmla="*/ 0 w 628554"/>
                <a:gd name="connsiteY0" fmla="*/ 0 h 515702"/>
                <a:gd name="connsiteX1" fmla="*/ 628555 w 628554"/>
                <a:gd name="connsiteY1" fmla="*/ 0 h 515702"/>
                <a:gd name="connsiteX2" fmla="*/ 628555 w 628554"/>
                <a:gd name="connsiteY2" fmla="*/ 515703 h 515702"/>
                <a:gd name="connsiteX3" fmla="*/ 0 w 628554"/>
                <a:gd name="connsiteY3" fmla="*/ 515703 h 51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8554" h="515702">
                  <a:moveTo>
                    <a:pt x="0" y="0"/>
                  </a:moveTo>
                  <a:lnTo>
                    <a:pt x="628555" y="0"/>
                  </a:lnTo>
                  <a:lnTo>
                    <a:pt x="628555" y="515703"/>
                  </a:lnTo>
                  <a:lnTo>
                    <a:pt x="0" y="515703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CN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959D0FF7-EBE3-3243-9A41-079A2EB0638E}"/>
                </a:ext>
              </a:extLst>
            </p:cNvPr>
            <p:cNvSpPr/>
            <p:nvPr/>
          </p:nvSpPr>
          <p:spPr>
            <a:xfrm>
              <a:off x="5413007" y="3240077"/>
              <a:ext cx="766203" cy="515702"/>
            </a:xfrm>
            <a:custGeom>
              <a:avLst/>
              <a:gdLst>
                <a:gd name="connsiteX0" fmla="*/ 0 w 628554"/>
                <a:gd name="connsiteY0" fmla="*/ 0 h 515702"/>
                <a:gd name="connsiteX1" fmla="*/ 628555 w 628554"/>
                <a:gd name="connsiteY1" fmla="*/ 0 h 515702"/>
                <a:gd name="connsiteX2" fmla="*/ 628555 w 628554"/>
                <a:gd name="connsiteY2" fmla="*/ 515703 h 515702"/>
                <a:gd name="connsiteX3" fmla="*/ 0 w 628554"/>
                <a:gd name="connsiteY3" fmla="*/ 515703 h 51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8554" h="515702">
                  <a:moveTo>
                    <a:pt x="0" y="0"/>
                  </a:moveTo>
                  <a:lnTo>
                    <a:pt x="628555" y="0"/>
                  </a:lnTo>
                  <a:lnTo>
                    <a:pt x="628555" y="515703"/>
                  </a:lnTo>
                  <a:lnTo>
                    <a:pt x="0" y="51570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CN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81C66997-3533-5966-0B31-4F55239BC255}"/>
                </a:ext>
              </a:extLst>
            </p:cNvPr>
            <p:cNvSpPr/>
            <p:nvPr/>
          </p:nvSpPr>
          <p:spPr>
            <a:xfrm>
              <a:off x="3262292" y="3205393"/>
              <a:ext cx="2142448" cy="515702"/>
            </a:xfrm>
            <a:custGeom>
              <a:avLst/>
              <a:gdLst>
                <a:gd name="connsiteX0" fmla="*/ 0 w 2142448"/>
                <a:gd name="connsiteY0" fmla="*/ 0 h 515702"/>
                <a:gd name="connsiteX1" fmla="*/ 2142449 w 2142448"/>
                <a:gd name="connsiteY1" fmla="*/ 0 h 515702"/>
                <a:gd name="connsiteX2" fmla="*/ 2142449 w 2142448"/>
                <a:gd name="connsiteY2" fmla="*/ 515703 h 515702"/>
                <a:gd name="connsiteX3" fmla="*/ 0 w 2142448"/>
                <a:gd name="connsiteY3" fmla="*/ 515703 h 51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42448" h="515702">
                  <a:moveTo>
                    <a:pt x="0" y="0"/>
                  </a:moveTo>
                  <a:lnTo>
                    <a:pt x="2142449" y="0"/>
                  </a:lnTo>
                  <a:lnTo>
                    <a:pt x="2142449" y="515703"/>
                  </a:lnTo>
                  <a:lnTo>
                    <a:pt x="0" y="515703"/>
                  </a:lnTo>
                  <a:close/>
                </a:path>
              </a:pathLst>
            </a:custGeom>
            <a:solidFill>
              <a:srgbClr val="FD7A6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CN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931FBE60-44EC-241F-B94C-E9B8D44CDFF3}"/>
                </a:ext>
              </a:extLst>
            </p:cNvPr>
            <p:cNvSpPr/>
            <p:nvPr/>
          </p:nvSpPr>
          <p:spPr>
            <a:xfrm>
              <a:off x="3262292" y="3721086"/>
              <a:ext cx="2142448" cy="1675352"/>
            </a:xfrm>
            <a:custGeom>
              <a:avLst/>
              <a:gdLst>
                <a:gd name="connsiteX0" fmla="*/ 0 w 2142448"/>
                <a:gd name="connsiteY0" fmla="*/ 0 h 1675352"/>
                <a:gd name="connsiteX1" fmla="*/ 2142449 w 2142448"/>
                <a:gd name="connsiteY1" fmla="*/ 0 h 1675352"/>
                <a:gd name="connsiteX2" fmla="*/ 2142449 w 2142448"/>
                <a:gd name="connsiteY2" fmla="*/ 1675352 h 1675352"/>
                <a:gd name="connsiteX3" fmla="*/ 0 w 2142448"/>
                <a:gd name="connsiteY3" fmla="*/ 1675352 h 1675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42448" h="1675352">
                  <a:moveTo>
                    <a:pt x="0" y="0"/>
                  </a:moveTo>
                  <a:lnTo>
                    <a:pt x="2142449" y="0"/>
                  </a:lnTo>
                  <a:lnTo>
                    <a:pt x="2142449" y="1675352"/>
                  </a:lnTo>
                  <a:lnTo>
                    <a:pt x="0" y="1675352"/>
                  </a:lnTo>
                  <a:close/>
                </a:path>
              </a:pathLst>
            </a:custGeom>
            <a:solidFill>
              <a:srgbClr val="FF948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CN" dirty="0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B1A392B2-5289-1D93-B832-F7D4112A7F09}"/>
                </a:ext>
              </a:extLst>
            </p:cNvPr>
            <p:cNvSpPr/>
            <p:nvPr/>
          </p:nvSpPr>
          <p:spPr>
            <a:xfrm>
              <a:off x="4282075" y="3721086"/>
              <a:ext cx="1114025" cy="1675352"/>
            </a:xfrm>
            <a:custGeom>
              <a:avLst/>
              <a:gdLst>
                <a:gd name="connsiteX0" fmla="*/ 0 w 628554"/>
                <a:gd name="connsiteY0" fmla="*/ 0 h 1675352"/>
                <a:gd name="connsiteX1" fmla="*/ 628555 w 628554"/>
                <a:gd name="connsiteY1" fmla="*/ 0 h 1675352"/>
                <a:gd name="connsiteX2" fmla="*/ 628555 w 628554"/>
                <a:gd name="connsiteY2" fmla="*/ 1675352 h 1675352"/>
                <a:gd name="connsiteX3" fmla="*/ 0 w 628554"/>
                <a:gd name="connsiteY3" fmla="*/ 1675352 h 1675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8554" h="1675352">
                  <a:moveTo>
                    <a:pt x="0" y="0"/>
                  </a:moveTo>
                  <a:lnTo>
                    <a:pt x="628555" y="0"/>
                  </a:lnTo>
                  <a:lnTo>
                    <a:pt x="628555" y="1675352"/>
                  </a:lnTo>
                  <a:lnTo>
                    <a:pt x="0" y="1675352"/>
                  </a:lnTo>
                  <a:close/>
                </a:path>
              </a:pathLst>
            </a:custGeom>
            <a:solidFill>
              <a:srgbClr val="FFF0C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CN" dirty="0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36E93C59-42EA-A49B-4E1D-F27A99D9A214}"/>
                </a:ext>
              </a:extLst>
            </p:cNvPr>
            <p:cNvSpPr/>
            <p:nvPr/>
          </p:nvSpPr>
          <p:spPr>
            <a:xfrm>
              <a:off x="4282076" y="3205393"/>
              <a:ext cx="1122664" cy="515702"/>
            </a:xfrm>
            <a:custGeom>
              <a:avLst/>
              <a:gdLst>
                <a:gd name="connsiteX0" fmla="*/ 0 w 628554"/>
                <a:gd name="connsiteY0" fmla="*/ 0 h 515702"/>
                <a:gd name="connsiteX1" fmla="*/ 628555 w 628554"/>
                <a:gd name="connsiteY1" fmla="*/ 0 h 515702"/>
                <a:gd name="connsiteX2" fmla="*/ 628555 w 628554"/>
                <a:gd name="connsiteY2" fmla="*/ 515703 h 515702"/>
                <a:gd name="connsiteX3" fmla="*/ 0 w 628554"/>
                <a:gd name="connsiteY3" fmla="*/ 515703 h 51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8554" h="515702">
                  <a:moveTo>
                    <a:pt x="0" y="0"/>
                  </a:moveTo>
                  <a:lnTo>
                    <a:pt x="628555" y="0"/>
                  </a:lnTo>
                  <a:lnTo>
                    <a:pt x="628555" y="515703"/>
                  </a:lnTo>
                  <a:lnTo>
                    <a:pt x="0" y="515703"/>
                  </a:lnTo>
                  <a:close/>
                </a:path>
              </a:pathLst>
            </a:custGeom>
            <a:solidFill>
              <a:srgbClr val="FCE07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CN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FC19D8A6-3314-E19A-B593-3F03E6D60C29}"/>
                </a:ext>
              </a:extLst>
            </p:cNvPr>
            <p:cNvSpPr/>
            <p:nvPr/>
          </p:nvSpPr>
          <p:spPr>
            <a:xfrm>
              <a:off x="2728225" y="2121877"/>
              <a:ext cx="4049012" cy="3653276"/>
            </a:xfrm>
            <a:custGeom>
              <a:avLst/>
              <a:gdLst>
                <a:gd name="connsiteX0" fmla="*/ 268653 w 3211115"/>
                <a:gd name="connsiteY0" fmla="*/ 152552 h 4195533"/>
                <a:gd name="connsiteX1" fmla="*/ 152552 w 3211115"/>
                <a:gd name="connsiteY1" fmla="*/ 268653 h 4195533"/>
                <a:gd name="connsiteX2" fmla="*/ 152552 w 3211115"/>
                <a:gd name="connsiteY2" fmla="*/ 3927158 h 4195533"/>
                <a:gd name="connsiteX3" fmla="*/ 268653 w 3211115"/>
                <a:gd name="connsiteY3" fmla="*/ 4042991 h 4195533"/>
                <a:gd name="connsiteX4" fmla="*/ 2942463 w 3211115"/>
                <a:gd name="connsiteY4" fmla="*/ 4042991 h 4195533"/>
                <a:gd name="connsiteX5" fmla="*/ 3058020 w 3211115"/>
                <a:gd name="connsiteY5" fmla="*/ 3927158 h 4195533"/>
                <a:gd name="connsiteX6" fmla="*/ 3058020 w 3211115"/>
                <a:gd name="connsiteY6" fmla="*/ 268653 h 4195533"/>
                <a:gd name="connsiteX7" fmla="*/ 2942463 w 3211115"/>
                <a:gd name="connsiteY7" fmla="*/ 152552 h 4195533"/>
                <a:gd name="connsiteX8" fmla="*/ 2942463 w 3211115"/>
                <a:gd name="connsiteY8" fmla="*/ 4195534 h 4195533"/>
                <a:gd name="connsiteX9" fmla="*/ 268653 w 3211115"/>
                <a:gd name="connsiteY9" fmla="*/ 4195534 h 4195533"/>
                <a:gd name="connsiteX10" fmla="*/ 0 w 3211115"/>
                <a:gd name="connsiteY10" fmla="*/ 3927158 h 4195533"/>
                <a:gd name="connsiteX11" fmla="*/ 0 w 3211115"/>
                <a:gd name="connsiteY11" fmla="*/ 268653 h 4195533"/>
                <a:gd name="connsiteX12" fmla="*/ 268653 w 3211115"/>
                <a:gd name="connsiteY12" fmla="*/ 0 h 4195533"/>
                <a:gd name="connsiteX13" fmla="*/ 2942463 w 3211115"/>
                <a:gd name="connsiteY13" fmla="*/ 0 h 4195533"/>
                <a:gd name="connsiteX14" fmla="*/ 3211116 w 3211115"/>
                <a:gd name="connsiteY14" fmla="*/ 268653 h 4195533"/>
                <a:gd name="connsiteX15" fmla="*/ 3211116 w 3211115"/>
                <a:gd name="connsiteY15" fmla="*/ 3927158 h 4195533"/>
                <a:gd name="connsiteX16" fmla="*/ 2942463 w 3211115"/>
                <a:gd name="connsiteY16" fmla="*/ 4195534 h 4195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211115" h="4195533">
                  <a:moveTo>
                    <a:pt x="268653" y="152552"/>
                  </a:moveTo>
                  <a:cubicBezTo>
                    <a:pt x="204387" y="152552"/>
                    <a:pt x="152552" y="204664"/>
                    <a:pt x="152552" y="268653"/>
                  </a:cubicBezTo>
                  <a:lnTo>
                    <a:pt x="152552" y="3927158"/>
                  </a:lnTo>
                  <a:cubicBezTo>
                    <a:pt x="152552" y="3991147"/>
                    <a:pt x="204387" y="4042991"/>
                    <a:pt x="268653" y="4042991"/>
                  </a:cubicBezTo>
                  <a:lnTo>
                    <a:pt x="2942463" y="4042991"/>
                  </a:lnTo>
                  <a:cubicBezTo>
                    <a:pt x="3006185" y="4042991"/>
                    <a:pt x="3058020" y="3991147"/>
                    <a:pt x="3058020" y="3927158"/>
                  </a:cubicBezTo>
                  <a:lnTo>
                    <a:pt x="3058020" y="268653"/>
                  </a:lnTo>
                  <a:cubicBezTo>
                    <a:pt x="3058020" y="204664"/>
                    <a:pt x="3006185" y="152552"/>
                    <a:pt x="2942463" y="152552"/>
                  </a:cubicBezTo>
                  <a:close/>
                  <a:moveTo>
                    <a:pt x="2942463" y="4195534"/>
                  </a:moveTo>
                  <a:lnTo>
                    <a:pt x="268653" y="4195534"/>
                  </a:lnTo>
                  <a:cubicBezTo>
                    <a:pt x="120691" y="4195534"/>
                    <a:pt x="0" y="4075109"/>
                    <a:pt x="0" y="3927158"/>
                  </a:cubicBezTo>
                  <a:lnTo>
                    <a:pt x="0" y="268653"/>
                  </a:lnTo>
                  <a:cubicBezTo>
                    <a:pt x="0" y="120691"/>
                    <a:pt x="120691" y="0"/>
                    <a:pt x="268653" y="0"/>
                  </a:cubicBezTo>
                  <a:lnTo>
                    <a:pt x="2942463" y="0"/>
                  </a:lnTo>
                  <a:cubicBezTo>
                    <a:pt x="3090424" y="0"/>
                    <a:pt x="3211116" y="120691"/>
                    <a:pt x="3211116" y="268653"/>
                  </a:cubicBezTo>
                  <a:lnTo>
                    <a:pt x="3211116" y="3927158"/>
                  </a:lnTo>
                  <a:cubicBezTo>
                    <a:pt x="3211116" y="4075119"/>
                    <a:pt x="3090424" y="4195534"/>
                    <a:pt x="2942463" y="4195534"/>
                  </a:cubicBezTo>
                  <a:close/>
                </a:path>
              </a:pathLst>
            </a:custGeom>
            <a:solidFill>
              <a:srgbClr val="03040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CN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506CEA9B-EA80-F327-8930-F2686D717227}"/>
                </a:ext>
              </a:extLst>
            </p:cNvPr>
            <p:cNvSpPr/>
            <p:nvPr/>
          </p:nvSpPr>
          <p:spPr>
            <a:xfrm>
              <a:off x="4157725" y="1680785"/>
              <a:ext cx="1350807" cy="727109"/>
            </a:xfrm>
            <a:custGeom>
              <a:avLst/>
              <a:gdLst>
                <a:gd name="connsiteX0" fmla="*/ 0 w 1350807"/>
                <a:gd name="connsiteY0" fmla="*/ 727110 h 727109"/>
                <a:gd name="connsiteX1" fmla="*/ 1350807 w 1350807"/>
                <a:gd name="connsiteY1" fmla="*/ 727110 h 727109"/>
                <a:gd name="connsiteX2" fmla="*/ 1350807 w 1350807"/>
                <a:gd name="connsiteY2" fmla="*/ 330746 h 727109"/>
                <a:gd name="connsiteX3" fmla="*/ 978208 w 1350807"/>
                <a:gd name="connsiteY3" fmla="*/ 330746 h 727109"/>
                <a:gd name="connsiteX4" fmla="*/ 979018 w 1350807"/>
                <a:gd name="connsiteY4" fmla="*/ 303752 h 727109"/>
                <a:gd name="connsiteX5" fmla="*/ 675542 w 1350807"/>
                <a:gd name="connsiteY5" fmla="*/ 0 h 727109"/>
                <a:gd name="connsiteX6" fmla="*/ 371789 w 1350807"/>
                <a:gd name="connsiteY6" fmla="*/ 303752 h 727109"/>
                <a:gd name="connsiteX7" fmla="*/ 373142 w 1350807"/>
                <a:gd name="connsiteY7" fmla="*/ 330746 h 727109"/>
                <a:gd name="connsiteX8" fmla="*/ 0 w 1350807"/>
                <a:gd name="connsiteY8" fmla="*/ 330746 h 727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50807" h="727109">
                  <a:moveTo>
                    <a:pt x="0" y="727110"/>
                  </a:moveTo>
                  <a:lnTo>
                    <a:pt x="1350807" y="727110"/>
                  </a:lnTo>
                  <a:lnTo>
                    <a:pt x="1350807" y="330746"/>
                  </a:lnTo>
                  <a:lnTo>
                    <a:pt x="978208" y="330746"/>
                  </a:lnTo>
                  <a:cubicBezTo>
                    <a:pt x="978751" y="321831"/>
                    <a:pt x="979018" y="312658"/>
                    <a:pt x="979018" y="303752"/>
                  </a:cubicBezTo>
                  <a:cubicBezTo>
                    <a:pt x="979018" y="136084"/>
                    <a:pt x="843210" y="0"/>
                    <a:pt x="675542" y="0"/>
                  </a:cubicBezTo>
                  <a:cubicBezTo>
                    <a:pt x="507873" y="0"/>
                    <a:pt x="371789" y="136084"/>
                    <a:pt x="371789" y="303752"/>
                  </a:cubicBezTo>
                  <a:cubicBezTo>
                    <a:pt x="371789" y="312658"/>
                    <a:pt x="372056" y="321840"/>
                    <a:pt x="373142" y="330746"/>
                  </a:cubicBezTo>
                  <a:lnTo>
                    <a:pt x="0" y="330746"/>
                  </a:lnTo>
                  <a:close/>
                </a:path>
              </a:pathLst>
            </a:custGeom>
            <a:solidFill>
              <a:srgbClr val="7B849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CN"/>
            </a:p>
          </p:txBody>
        </p:sp>
        <p:grpSp>
          <p:nvGrpSpPr>
            <p:cNvPr id="58" name="Graphic 18">
              <a:extLst>
                <a:ext uri="{FF2B5EF4-FFF2-40B4-BE49-F238E27FC236}">
                  <a16:creationId xmlns:a16="http://schemas.microsoft.com/office/drawing/2014/main" id="{2E5C9E8B-C14E-7640-212E-9038BB13F462}"/>
                </a:ext>
              </a:extLst>
            </p:cNvPr>
            <p:cNvGrpSpPr/>
            <p:nvPr/>
          </p:nvGrpSpPr>
          <p:grpSpPr>
            <a:xfrm>
              <a:off x="3184273" y="1592967"/>
              <a:ext cx="3291142" cy="3879613"/>
              <a:chOff x="4884917" y="936156"/>
              <a:chExt cx="3291142" cy="3879613"/>
            </a:xfrm>
            <a:solidFill>
              <a:srgbClr val="030403"/>
            </a:solidFill>
          </p:grpSpPr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7431E2C3-6F8A-F0D1-72C9-03702F59B561}"/>
                  </a:ext>
                </a:extLst>
              </p:cNvPr>
              <p:cNvSpPr/>
              <p:nvPr/>
            </p:nvSpPr>
            <p:spPr>
              <a:xfrm>
                <a:off x="5788185" y="936156"/>
                <a:ext cx="1503092" cy="879671"/>
              </a:xfrm>
              <a:custGeom>
                <a:avLst/>
                <a:gdLst>
                  <a:gd name="connsiteX0" fmla="*/ 152286 w 1503092"/>
                  <a:gd name="connsiteY0" fmla="*/ 727119 h 879671"/>
                  <a:gd name="connsiteX1" fmla="*/ 1350816 w 1503092"/>
                  <a:gd name="connsiteY1" fmla="*/ 727119 h 879671"/>
                  <a:gd name="connsiteX2" fmla="*/ 1350816 w 1503092"/>
                  <a:gd name="connsiteY2" fmla="*/ 483308 h 879671"/>
                  <a:gd name="connsiteX3" fmla="*/ 1054351 w 1503092"/>
                  <a:gd name="connsiteY3" fmla="*/ 483308 h 879671"/>
                  <a:gd name="connsiteX4" fmla="*/ 997925 w 1503092"/>
                  <a:gd name="connsiteY4" fmla="*/ 458467 h 879671"/>
                  <a:gd name="connsiteX5" fmla="*/ 978217 w 1503092"/>
                  <a:gd name="connsiteY5" fmla="*/ 400145 h 879671"/>
                  <a:gd name="connsiteX6" fmla="*/ 979027 w 1503092"/>
                  <a:gd name="connsiteY6" fmla="*/ 380162 h 879671"/>
                  <a:gd name="connsiteX7" fmla="*/ 751684 w 1503092"/>
                  <a:gd name="connsiteY7" fmla="*/ 152552 h 879671"/>
                  <a:gd name="connsiteX8" fmla="*/ 524342 w 1503092"/>
                  <a:gd name="connsiteY8" fmla="*/ 380162 h 879671"/>
                  <a:gd name="connsiteX9" fmla="*/ 524885 w 1503092"/>
                  <a:gd name="connsiteY9" fmla="*/ 400145 h 879671"/>
                  <a:gd name="connsiteX10" fmla="*/ 505711 w 1503092"/>
                  <a:gd name="connsiteY10" fmla="*/ 458467 h 879671"/>
                  <a:gd name="connsiteX11" fmla="*/ 449285 w 1503092"/>
                  <a:gd name="connsiteY11" fmla="*/ 483308 h 879671"/>
                  <a:gd name="connsiteX12" fmla="*/ 152286 w 1503092"/>
                  <a:gd name="connsiteY12" fmla="*/ 483308 h 879671"/>
                  <a:gd name="connsiteX13" fmla="*/ 1426959 w 1503092"/>
                  <a:gd name="connsiteY13" fmla="*/ 879672 h 879671"/>
                  <a:gd name="connsiteX14" fmla="*/ 76143 w 1503092"/>
                  <a:gd name="connsiteY14" fmla="*/ 879672 h 879671"/>
                  <a:gd name="connsiteX15" fmla="*/ 0 w 1503092"/>
                  <a:gd name="connsiteY15" fmla="*/ 803529 h 879671"/>
                  <a:gd name="connsiteX16" fmla="*/ 0 w 1503092"/>
                  <a:gd name="connsiteY16" fmla="*/ 407165 h 879671"/>
                  <a:gd name="connsiteX17" fmla="*/ 76143 w 1503092"/>
                  <a:gd name="connsiteY17" fmla="*/ 330756 h 879671"/>
                  <a:gd name="connsiteX18" fmla="*/ 374761 w 1503092"/>
                  <a:gd name="connsiteY18" fmla="*/ 330756 h 879671"/>
                  <a:gd name="connsiteX19" fmla="*/ 751684 w 1503092"/>
                  <a:gd name="connsiteY19" fmla="*/ 0 h 879671"/>
                  <a:gd name="connsiteX20" fmla="*/ 1128331 w 1503092"/>
                  <a:gd name="connsiteY20" fmla="*/ 330756 h 879671"/>
                  <a:gd name="connsiteX21" fmla="*/ 1426950 w 1503092"/>
                  <a:gd name="connsiteY21" fmla="*/ 330756 h 879671"/>
                  <a:gd name="connsiteX22" fmla="*/ 1503093 w 1503092"/>
                  <a:gd name="connsiteY22" fmla="*/ 407165 h 879671"/>
                  <a:gd name="connsiteX23" fmla="*/ 1503093 w 1503092"/>
                  <a:gd name="connsiteY23" fmla="*/ 803529 h 879671"/>
                  <a:gd name="connsiteX24" fmla="*/ 1426950 w 1503092"/>
                  <a:gd name="connsiteY24" fmla="*/ 879672 h 8796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503092" h="879671">
                    <a:moveTo>
                      <a:pt x="152286" y="727119"/>
                    </a:moveTo>
                    <a:lnTo>
                      <a:pt x="1350816" y="727119"/>
                    </a:lnTo>
                    <a:lnTo>
                      <a:pt x="1350816" y="483308"/>
                    </a:lnTo>
                    <a:lnTo>
                      <a:pt x="1054351" y="483308"/>
                    </a:lnTo>
                    <a:cubicBezTo>
                      <a:pt x="1032748" y="483308"/>
                      <a:pt x="1012231" y="474402"/>
                      <a:pt x="997925" y="458467"/>
                    </a:cubicBezTo>
                    <a:cubicBezTo>
                      <a:pt x="983618" y="442808"/>
                      <a:pt x="976322" y="421481"/>
                      <a:pt x="978217" y="400145"/>
                    </a:cubicBezTo>
                    <a:cubicBezTo>
                      <a:pt x="978760" y="394478"/>
                      <a:pt x="979027" y="387991"/>
                      <a:pt x="979027" y="380162"/>
                    </a:cubicBezTo>
                    <a:cubicBezTo>
                      <a:pt x="979027" y="254613"/>
                      <a:pt x="877233" y="152552"/>
                      <a:pt x="751684" y="152552"/>
                    </a:cubicBezTo>
                    <a:cubicBezTo>
                      <a:pt x="626135" y="152552"/>
                      <a:pt x="524342" y="254613"/>
                      <a:pt x="524342" y="380162"/>
                    </a:cubicBezTo>
                    <a:cubicBezTo>
                      <a:pt x="524342" y="387991"/>
                      <a:pt x="524342" y="394468"/>
                      <a:pt x="524885" y="400145"/>
                    </a:cubicBezTo>
                    <a:cubicBezTo>
                      <a:pt x="527047" y="421472"/>
                      <a:pt x="520027" y="442808"/>
                      <a:pt x="505711" y="458467"/>
                    </a:cubicBezTo>
                    <a:cubicBezTo>
                      <a:pt x="490861" y="474402"/>
                      <a:pt x="470611" y="483308"/>
                      <a:pt x="449285" y="483308"/>
                    </a:cubicBezTo>
                    <a:lnTo>
                      <a:pt x="152286" y="483308"/>
                    </a:lnTo>
                    <a:close/>
                    <a:moveTo>
                      <a:pt x="1426959" y="879672"/>
                    </a:moveTo>
                    <a:lnTo>
                      <a:pt x="76143" y="879672"/>
                    </a:lnTo>
                    <a:cubicBezTo>
                      <a:pt x="34023" y="879672"/>
                      <a:pt x="0" y="845649"/>
                      <a:pt x="0" y="803529"/>
                    </a:cubicBezTo>
                    <a:lnTo>
                      <a:pt x="0" y="407165"/>
                    </a:lnTo>
                    <a:cubicBezTo>
                      <a:pt x="0" y="365046"/>
                      <a:pt x="34023" y="330756"/>
                      <a:pt x="76143" y="330756"/>
                    </a:cubicBezTo>
                    <a:lnTo>
                      <a:pt x="374761" y="330756"/>
                    </a:lnTo>
                    <a:cubicBezTo>
                      <a:pt x="399059" y="144456"/>
                      <a:pt x="558908" y="0"/>
                      <a:pt x="751684" y="0"/>
                    </a:cubicBezTo>
                    <a:cubicBezTo>
                      <a:pt x="944461" y="0"/>
                      <a:pt x="1104033" y="144456"/>
                      <a:pt x="1128331" y="330756"/>
                    </a:cubicBezTo>
                    <a:lnTo>
                      <a:pt x="1426950" y="330756"/>
                    </a:lnTo>
                    <a:cubicBezTo>
                      <a:pt x="1469069" y="330756"/>
                      <a:pt x="1503093" y="365046"/>
                      <a:pt x="1503093" y="407165"/>
                    </a:cubicBezTo>
                    <a:lnTo>
                      <a:pt x="1503093" y="803529"/>
                    </a:lnTo>
                    <a:cubicBezTo>
                      <a:pt x="1503093" y="845649"/>
                      <a:pt x="1469069" y="879672"/>
                      <a:pt x="1426950" y="879672"/>
                    </a:cubicBezTo>
                    <a:close/>
                  </a:path>
                </a:pathLst>
              </a:custGeom>
              <a:solidFill>
                <a:srgbClr val="0304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CN"/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A7288287-BE70-1312-0E72-8323484E2A20}"/>
                  </a:ext>
                </a:extLst>
              </p:cNvPr>
              <p:cNvSpPr/>
              <p:nvPr/>
            </p:nvSpPr>
            <p:spPr>
              <a:xfrm>
                <a:off x="5982718" y="2487964"/>
                <a:ext cx="152552" cy="668254"/>
              </a:xfrm>
              <a:custGeom>
                <a:avLst/>
                <a:gdLst>
                  <a:gd name="connsiteX0" fmla="*/ 76410 w 152552"/>
                  <a:gd name="connsiteY0" fmla="*/ 668255 h 668254"/>
                  <a:gd name="connsiteX1" fmla="*/ 0 w 152552"/>
                  <a:gd name="connsiteY1" fmla="*/ 592112 h 668254"/>
                  <a:gd name="connsiteX2" fmla="*/ 0 w 152552"/>
                  <a:gd name="connsiteY2" fmla="*/ 76410 h 668254"/>
                  <a:gd name="connsiteX3" fmla="*/ 76410 w 152552"/>
                  <a:gd name="connsiteY3" fmla="*/ 0 h 668254"/>
                  <a:gd name="connsiteX4" fmla="*/ 152552 w 152552"/>
                  <a:gd name="connsiteY4" fmla="*/ 76410 h 668254"/>
                  <a:gd name="connsiteX5" fmla="*/ 152552 w 152552"/>
                  <a:gd name="connsiteY5" fmla="*/ 592112 h 668254"/>
                  <a:gd name="connsiteX6" fmla="*/ 76410 w 152552"/>
                  <a:gd name="connsiteY6" fmla="*/ 668255 h 668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2552" h="668254">
                    <a:moveTo>
                      <a:pt x="76410" y="668255"/>
                    </a:moveTo>
                    <a:cubicBezTo>
                      <a:pt x="34290" y="668255"/>
                      <a:pt x="0" y="634232"/>
                      <a:pt x="0" y="592112"/>
                    </a:cubicBezTo>
                    <a:lnTo>
                      <a:pt x="0" y="76410"/>
                    </a:lnTo>
                    <a:cubicBezTo>
                      <a:pt x="0" y="34290"/>
                      <a:pt x="34290" y="0"/>
                      <a:pt x="76410" y="0"/>
                    </a:cubicBezTo>
                    <a:cubicBezTo>
                      <a:pt x="118529" y="0"/>
                      <a:pt x="152552" y="34290"/>
                      <a:pt x="152552" y="76410"/>
                    </a:cubicBezTo>
                    <a:lnTo>
                      <a:pt x="152552" y="592112"/>
                    </a:lnTo>
                    <a:cubicBezTo>
                      <a:pt x="152552" y="634232"/>
                      <a:pt x="118529" y="668255"/>
                      <a:pt x="76410" y="668255"/>
                    </a:cubicBezTo>
                    <a:close/>
                  </a:path>
                </a:pathLst>
              </a:custGeom>
              <a:solidFill>
                <a:srgbClr val="0304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CN" dirty="0"/>
              </a:p>
            </p:txBody>
          </p:sp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CAFEE1C2-094F-718B-002A-17C8D0D4A024}"/>
                  </a:ext>
                </a:extLst>
              </p:cNvPr>
              <p:cNvSpPr/>
              <p:nvPr/>
            </p:nvSpPr>
            <p:spPr>
              <a:xfrm>
                <a:off x="5982923" y="2987865"/>
                <a:ext cx="152552" cy="1827904"/>
              </a:xfrm>
              <a:custGeom>
                <a:avLst/>
                <a:gdLst>
                  <a:gd name="connsiteX0" fmla="*/ 76410 w 152552"/>
                  <a:gd name="connsiteY0" fmla="*/ 1827905 h 1827904"/>
                  <a:gd name="connsiteX1" fmla="*/ 0 w 152552"/>
                  <a:gd name="connsiteY1" fmla="*/ 1751762 h 1827904"/>
                  <a:gd name="connsiteX2" fmla="*/ 0 w 152552"/>
                  <a:gd name="connsiteY2" fmla="*/ 76410 h 1827904"/>
                  <a:gd name="connsiteX3" fmla="*/ 76410 w 152552"/>
                  <a:gd name="connsiteY3" fmla="*/ 0 h 1827904"/>
                  <a:gd name="connsiteX4" fmla="*/ 152552 w 152552"/>
                  <a:gd name="connsiteY4" fmla="*/ 76410 h 1827904"/>
                  <a:gd name="connsiteX5" fmla="*/ 152552 w 152552"/>
                  <a:gd name="connsiteY5" fmla="*/ 1751762 h 1827904"/>
                  <a:gd name="connsiteX6" fmla="*/ 76410 w 152552"/>
                  <a:gd name="connsiteY6" fmla="*/ 1827905 h 1827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2552" h="1827904">
                    <a:moveTo>
                      <a:pt x="76410" y="1827905"/>
                    </a:moveTo>
                    <a:cubicBezTo>
                      <a:pt x="34290" y="1827905"/>
                      <a:pt x="0" y="1793881"/>
                      <a:pt x="0" y="1751762"/>
                    </a:cubicBezTo>
                    <a:lnTo>
                      <a:pt x="0" y="76410"/>
                    </a:lnTo>
                    <a:cubicBezTo>
                      <a:pt x="0" y="34290"/>
                      <a:pt x="34290" y="0"/>
                      <a:pt x="76410" y="0"/>
                    </a:cubicBezTo>
                    <a:cubicBezTo>
                      <a:pt x="118529" y="0"/>
                      <a:pt x="152552" y="34290"/>
                      <a:pt x="152552" y="76410"/>
                    </a:cubicBezTo>
                    <a:lnTo>
                      <a:pt x="152552" y="1751762"/>
                    </a:lnTo>
                    <a:cubicBezTo>
                      <a:pt x="152552" y="1793881"/>
                      <a:pt x="118529" y="1827905"/>
                      <a:pt x="76410" y="1827905"/>
                    </a:cubicBezTo>
                    <a:close/>
                  </a:path>
                </a:pathLst>
              </a:custGeom>
              <a:solidFill>
                <a:srgbClr val="0304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CN"/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C27B0299-0F13-F789-4D2A-57E66AB334B8}"/>
                  </a:ext>
                </a:extLst>
              </p:cNvPr>
              <p:cNvSpPr/>
              <p:nvPr/>
            </p:nvSpPr>
            <p:spPr>
              <a:xfrm>
                <a:off x="5150559" y="3243950"/>
                <a:ext cx="728738" cy="152552"/>
              </a:xfrm>
              <a:custGeom>
                <a:avLst/>
                <a:gdLst>
                  <a:gd name="connsiteX0" fmla="*/ 652596 w 728738"/>
                  <a:gd name="connsiteY0" fmla="*/ 152552 h 152552"/>
                  <a:gd name="connsiteX1" fmla="*/ 76143 w 728738"/>
                  <a:gd name="connsiteY1" fmla="*/ 152552 h 152552"/>
                  <a:gd name="connsiteX2" fmla="*/ 0 w 728738"/>
                  <a:gd name="connsiteY2" fmla="*/ 76410 h 152552"/>
                  <a:gd name="connsiteX3" fmla="*/ 76143 w 728738"/>
                  <a:gd name="connsiteY3" fmla="*/ 0 h 152552"/>
                  <a:gd name="connsiteX4" fmla="*/ 652596 w 728738"/>
                  <a:gd name="connsiteY4" fmla="*/ 0 h 152552"/>
                  <a:gd name="connsiteX5" fmla="*/ 728739 w 728738"/>
                  <a:gd name="connsiteY5" fmla="*/ 76410 h 152552"/>
                  <a:gd name="connsiteX6" fmla="*/ 652596 w 728738"/>
                  <a:gd name="connsiteY6" fmla="*/ 152552 h 1525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28738" h="152552">
                    <a:moveTo>
                      <a:pt x="652596" y="152552"/>
                    </a:moveTo>
                    <a:lnTo>
                      <a:pt x="76143" y="152552"/>
                    </a:lnTo>
                    <a:cubicBezTo>
                      <a:pt x="34023" y="152552"/>
                      <a:pt x="0" y="118529"/>
                      <a:pt x="0" y="76410"/>
                    </a:cubicBezTo>
                    <a:cubicBezTo>
                      <a:pt x="0" y="34290"/>
                      <a:pt x="34023" y="0"/>
                      <a:pt x="76143" y="0"/>
                    </a:cubicBezTo>
                    <a:lnTo>
                      <a:pt x="652596" y="0"/>
                    </a:lnTo>
                    <a:cubicBezTo>
                      <a:pt x="694715" y="0"/>
                      <a:pt x="728739" y="34290"/>
                      <a:pt x="728739" y="76410"/>
                    </a:cubicBezTo>
                    <a:cubicBezTo>
                      <a:pt x="728739" y="118529"/>
                      <a:pt x="694715" y="152552"/>
                      <a:pt x="652596" y="152552"/>
                    </a:cubicBezTo>
                    <a:close/>
                  </a:path>
                </a:pathLst>
              </a:custGeom>
              <a:solidFill>
                <a:srgbClr val="0304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CN"/>
              </a:p>
            </p:txBody>
          </p:sp>
          <p:sp>
            <p:nvSpPr>
              <p:cNvPr id="63" name="Freeform 62">
                <a:extLst>
                  <a:ext uri="{FF2B5EF4-FFF2-40B4-BE49-F238E27FC236}">
                    <a16:creationId xmlns:a16="http://schemas.microsoft.com/office/drawing/2014/main" id="{03A566F4-27C4-E5DC-F7DD-3BCF487FFB1A}"/>
                  </a:ext>
                </a:extLst>
              </p:cNvPr>
              <p:cNvSpPr/>
              <p:nvPr/>
            </p:nvSpPr>
            <p:spPr>
              <a:xfrm>
                <a:off x="6777237" y="2001501"/>
                <a:ext cx="1398822" cy="152552"/>
              </a:xfrm>
              <a:custGeom>
                <a:avLst/>
                <a:gdLst>
                  <a:gd name="connsiteX0" fmla="*/ 1189882 w 1266291"/>
                  <a:gd name="connsiteY0" fmla="*/ 152552 h 152552"/>
                  <a:gd name="connsiteX1" fmla="*/ 76410 w 1266291"/>
                  <a:gd name="connsiteY1" fmla="*/ 152552 h 152552"/>
                  <a:gd name="connsiteX2" fmla="*/ 0 w 1266291"/>
                  <a:gd name="connsiteY2" fmla="*/ 76410 h 152552"/>
                  <a:gd name="connsiteX3" fmla="*/ 76410 w 1266291"/>
                  <a:gd name="connsiteY3" fmla="*/ 0 h 152552"/>
                  <a:gd name="connsiteX4" fmla="*/ 1189882 w 1266291"/>
                  <a:gd name="connsiteY4" fmla="*/ 0 h 152552"/>
                  <a:gd name="connsiteX5" fmla="*/ 1266292 w 1266291"/>
                  <a:gd name="connsiteY5" fmla="*/ 76410 h 152552"/>
                  <a:gd name="connsiteX6" fmla="*/ 1189882 w 1266291"/>
                  <a:gd name="connsiteY6" fmla="*/ 152552 h 1525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66291" h="152552">
                    <a:moveTo>
                      <a:pt x="1189882" y="152552"/>
                    </a:moveTo>
                    <a:lnTo>
                      <a:pt x="76410" y="152552"/>
                    </a:lnTo>
                    <a:cubicBezTo>
                      <a:pt x="34290" y="152552"/>
                      <a:pt x="0" y="118529"/>
                      <a:pt x="0" y="76410"/>
                    </a:cubicBezTo>
                    <a:cubicBezTo>
                      <a:pt x="0" y="34290"/>
                      <a:pt x="34290" y="0"/>
                      <a:pt x="76410" y="0"/>
                    </a:cubicBezTo>
                    <a:lnTo>
                      <a:pt x="1189882" y="0"/>
                    </a:lnTo>
                    <a:cubicBezTo>
                      <a:pt x="1232002" y="0"/>
                      <a:pt x="1266292" y="34290"/>
                      <a:pt x="1266292" y="76410"/>
                    </a:cubicBezTo>
                    <a:cubicBezTo>
                      <a:pt x="1266292" y="118529"/>
                      <a:pt x="1232002" y="152552"/>
                      <a:pt x="1189882" y="152552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r>
                  <a:rPr lang="en-CN" sz="2400" b="1" dirty="0">
                    <a:latin typeface="Comic Sans MS" panose="030F0902030302020204" pitchFamily="66" charset="0"/>
                  </a:rPr>
                  <a:t>Item 1A</a:t>
                </a:r>
              </a:p>
            </p:txBody>
          </p:sp>
          <p:sp>
            <p:nvSpPr>
              <p:cNvPr id="64" name="Freeform 63">
                <a:extLst>
                  <a:ext uri="{FF2B5EF4-FFF2-40B4-BE49-F238E27FC236}">
                    <a16:creationId xmlns:a16="http://schemas.microsoft.com/office/drawing/2014/main" id="{6CD77018-2709-6209-922B-48D6001D3C0A}"/>
                  </a:ext>
                </a:extLst>
              </p:cNvPr>
              <p:cNvSpPr/>
              <p:nvPr/>
            </p:nvSpPr>
            <p:spPr>
              <a:xfrm>
                <a:off x="4886794" y="2987865"/>
                <a:ext cx="3135039" cy="1827904"/>
              </a:xfrm>
              <a:custGeom>
                <a:avLst/>
                <a:gdLst>
                  <a:gd name="connsiteX0" fmla="*/ 152276 w 2295001"/>
                  <a:gd name="connsiteY0" fmla="*/ 1675352 h 1827904"/>
                  <a:gd name="connsiteX1" fmla="*/ 2142439 w 2295001"/>
                  <a:gd name="connsiteY1" fmla="*/ 1675352 h 1827904"/>
                  <a:gd name="connsiteX2" fmla="*/ 2142439 w 2295001"/>
                  <a:gd name="connsiteY2" fmla="*/ 152552 h 1827904"/>
                  <a:gd name="connsiteX3" fmla="*/ 152276 w 2295001"/>
                  <a:gd name="connsiteY3" fmla="*/ 152552 h 1827904"/>
                  <a:gd name="connsiteX4" fmla="*/ 2218582 w 2295001"/>
                  <a:gd name="connsiteY4" fmla="*/ 1827905 h 1827904"/>
                  <a:gd name="connsiteX5" fmla="*/ 76143 w 2295001"/>
                  <a:gd name="connsiteY5" fmla="*/ 1827905 h 1827904"/>
                  <a:gd name="connsiteX6" fmla="*/ 0 w 2295001"/>
                  <a:gd name="connsiteY6" fmla="*/ 1751762 h 1827904"/>
                  <a:gd name="connsiteX7" fmla="*/ 0 w 2295001"/>
                  <a:gd name="connsiteY7" fmla="*/ 76410 h 1827904"/>
                  <a:gd name="connsiteX8" fmla="*/ 76143 w 2295001"/>
                  <a:gd name="connsiteY8" fmla="*/ 0 h 1827904"/>
                  <a:gd name="connsiteX9" fmla="*/ 2218592 w 2295001"/>
                  <a:gd name="connsiteY9" fmla="*/ 0 h 1827904"/>
                  <a:gd name="connsiteX10" fmla="*/ 2295001 w 2295001"/>
                  <a:gd name="connsiteY10" fmla="*/ 76410 h 1827904"/>
                  <a:gd name="connsiteX11" fmla="*/ 2295001 w 2295001"/>
                  <a:gd name="connsiteY11" fmla="*/ 1751762 h 1827904"/>
                  <a:gd name="connsiteX12" fmla="*/ 2218592 w 2295001"/>
                  <a:gd name="connsiteY12" fmla="*/ 1827905 h 1827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95001" h="1827904">
                    <a:moveTo>
                      <a:pt x="152276" y="1675352"/>
                    </a:moveTo>
                    <a:lnTo>
                      <a:pt x="2142439" y="1675352"/>
                    </a:lnTo>
                    <a:lnTo>
                      <a:pt x="2142439" y="152552"/>
                    </a:lnTo>
                    <a:lnTo>
                      <a:pt x="152276" y="152552"/>
                    </a:lnTo>
                    <a:close/>
                    <a:moveTo>
                      <a:pt x="2218582" y="1827905"/>
                    </a:moveTo>
                    <a:lnTo>
                      <a:pt x="76143" y="1827905"/>
                    </a:lnTo>
                    <a:cubicBezTo>
                      <a:pt x="34023" y="1827905"/>
                      <a:pt x="0" y="1793881"/>
                      <a:pt x="0" y="1751762"/>
                    </a:cubicBezTo>
                    <a:lnTo>
                      <a:pt x="0" y="76410"/>
                    </a:lnTo>
                    <a:cubicBezTo>
                      <a:pt x="0" y="34290"/>
                      <a:pt x="34023" y="0"/>
                      <a:pt x="76143" y="0"/>
                    </a:cubicBezTo>
                    <a:lnTo>
                      <a:pt x="2218592" y="0"/>
                    </a:lnTo>
                    <a:cubicBezTo>
                      <a:pt x="2260711" y="0"/>
                      <a:pt x="2295001" y="34290"/>
                      <a:pt x="2295001" y="76410"/>
                    </a:cubicBezTo>
                    <a:lnTo>
                      <a:pt x="2295001" y="1751762"/>
                    </a:lnTo>
                    <a:cubicBezTo>
                      <a:pt x="2295001" y="1793881"/>
                      <a:pt x="2260711" y="1827905"/>
                      <a:pt x="2218592" y="1827905"/>
                    </a:cubicBezTo>
                    <a:close/>
                  </a:path>
                </a:pathLst>
              </a:custGeom>
              <a:solidFill>
                <a:srgbClr val="0304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CN" dirty="0"/>
              </a:p>
            </p:txBody>
          </p:sp>
          <p:sp>
            <p:nvSpPr>
              <p:cNvPr id="65" name="Freeform 64">
                <a:extLst>
                  <a:ext uri="{FF2B5EF4-FFF2-40B4-BE49-F238E27FC236}">
                    <a16:creationId xmlns:a16="http://schemas.microsoft.com/office/drawing/2014/main" id="{7297E81E-C499-B3A2-5C63-2B34509A0278}"/>
                  </a:ext>
                </a:extLst>
              </p:cNvPr>
              <p:cNvSpPr/>
              <p:nvPr/>
            </p:nvSpPr>
            <p:spPr>
              <a:xfrm>
                <a:off x="4884917" y="2467625"/>
                <a:ext cx="3136916" cy="668254"/>
              </a:xfrm>
              <a:custGeom>
                <a:avLst/>
                <a:gdLst>
                  <a:gd name="connsiteX0" fmla="*/ 152276 w 2295001"/>
                  <a:gd name="connsiteY0" fmla="*/ 515703 h 668254"/>
                  <a:gd name="connsiteX1" fmla="*/ 2142439 w 2295001"/>
                  <a:gd name="connsiteY1" fmla="*/ 515703 h 668254"/>
                  <a:gd name="connsiteX2" fmla="*/ 2142439 w 2295001"/>
                  <a:gd name="connsiteY2" fmla="*/ 152552 h 668254"/>
                  <a:gd name="connsiteX3" fmla="*/ 152276 w 2295001"/>
                  <a:gd name="connsiteY3" fmla="*/ 152552 h 668254"/>
                  <a:gd name="connsiteX4" fmla="*/ 2218582 w 2295001"/>
                  <a:gd name="connsiteY4" fmla="*/ 668255 h 668254"/>
                  <a:gd name="connsiteX5" fmla="*/ 76143 w 2295001"/>
                  <a:gd name="connsiteY5" fmla="*/ 668255 h 668254"/>
                  <a:gd name="connsiteX6" fmla="*/ 0 w 2295001"/>
                  <a:gd name="connsiteY6" fmla="*/ 592112 h 668254"/>
                  <a:gd name="connsiteX7" fmla="*/ 0 w 2295001"/>
                  <a:gd name="connsiteY7" fmla="*/ 76410 h 668254"/>
                  <a:gd name="connsiteX8" fmla="*/ 76143 w 2295001"/>
                  <a:gd name="connsiteY8" fmla="*/ 0 h 668254"/>
                  <a:gd name="connsiteX9" fmla="*/ 2218592 w 2295001"/>
                  <a:gd name="connsiteY9" fmla="*/ 0 h 668254"/>
                  <a:gd name="connsiteX10" fmla="*/ 2295001 w 2295001"/>
                  <a:gd name="connsiteY10" fmla="*/ 76410 h 668254"/>
                  <a:gd name="connsiteX11" fmla="*/ 2295001 w 2295001"/>
                  <a:gd name="connsiteY11" fmla="*/ 592112 h 668254"/>
                  <a:gd name="connsiteX12" fmla="*/ 2218592 w 2295001"/>
                  <a:gd name="connsiteY12" fmla="*/ 668255 h 668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95001" h="668254">
                    <a:moveTo>
                      <a:pt x="152276" y="515703"/>
                    </a:moveTo>
                    <a:lnTo>
                      <a:pt x="2142439" y="515703"/>
                    </a:lnTo>
                    <a:lnTo>
                      <a:pt x="2142439" y="152552"/>
                    </a:lnTo>
                    <a:lnTo>
                      <a:pt x="152276" y="152552"/>
                    </a:lnTo>
                    <a:close/>
                    <a:moveTo>
                      <a:pt x="2218582" y="668255"/>
                    </a:moveTo>
                    <a:lnTo>
                      <a:pt x="76143" y="668255"/>
                    </a:lnTo>
                    <a:cubicBezTo>
                      <a:pt x="34023" y="668255"/>
                      <a:pt x="0" y="634232"/>
                      <a:pt x="0" y="592112"/>
                    </a:cubicBezTo>
                    <a:lnTo>
                      <a:pt x="0" y="76410"/>
                    </a:lnTo>
                    <a:cubicBezTo>
                      <a:pt x="0" y="34290"/>
                      <a:pt x="34023" y="0"/>
                      <a:pt x="76143" y="0"/>
                    </a:cubicBezTo>
                    <a:lnTo>
                      <a:pt x="2218592" y="0"/>
                    </a:lnTo>
                    <a:cubicBezTo>
                      <a:pt x="2260711" y="0"/>
                      <a:pt x="2295001" y="34290"/>
                      <a:pt x="2295001" y="76410"/>
                    </a:cubicBezTo>
                    <a:lnTo>
                      <a:pt x="2295001" y="592112"/>
                    </a:lnTo>
                    <a:cubicBezTo>
                      <a:pt x="2295001" y="634232"/>
                      <a:pt x="2260711" y="668255"/>
                      <a:pt x="2218592" y="668255"/>
                    </a:cubicBezTo>
                    <a:close/>
                  </a:path>
                </a:pathLst>
              </a:custGeom>
              <a:solidFill>
                <a:srgbClr val="03040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CN" dirty="0"/>
              </a:p>
            </p:txBody>
          </p:sp>
        </p:grp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8BF5DA46-5018-72B6-6282-2511D998B64F}"/>
                </a:ext>
              </a:extLst>
            </p:cNvPr>
            <p:cNvSpPr/>
            <p:nvPr/>
          </p:nvSpPr>
          <p:spPr>
            <a:xfrm>
              <a:off x="3353909" y="3385202"/>
              <a:ext cx="890094" cy="152552"/>
            </a:xfrm>
            <a:custGeom>
              <a:avLst/>
              <a:gdLst>
                <a:gd name="connsiteX0" fmla="*/ 1189882 w 1266291"/>
                <a:gd name="connsiteY0" fmla="*/ 152552 h 152552"/>
                <a:gd name="connsiteX1" fmla="*/ 76410 w 1266291"/>
                <a:gd name="connsiteY1" fmla="*/ 152552 h 152552"/>
                <a:gd name="connsiteX2" fmla="*/ 0 w 1266291"/>
                <a:gd name="connsiteY2" fmla="*/ 76410 h 152552"/>
                <a:gd name="connsiteX3" fmla="*/ 76410 w 1266291"/>
                <a:gd name="connsiteY3" fmla="*/ 0 h 152552"/>
                <a:gd name="connsiteX4" fmla="*/ 1189882 w 1266291"/>
                <a:gd name="connsiteY4" fmla="*/ 0 h 152552"/>
                <a:gd name="connsiteX5" fmla="*/ 1266292 w 1266291"/>
                <a:gd name="connsiteY5" fmla="*/ 76410 h 152552"/>
                <a:gd name="connsiteX6" fmla="*/ 1189882 w 1266291"/>
                <a:gd name="connsiteY6" fmla="*/ 152552 h 152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6291" h="152552">
                  <a:moveTo>
                    <a:pt x="1189882" y="152552"/>
                  </a:moveTo>
                  <a:lnTo>
                    <a:pt x="76410" y="152552"/>
                  </a:lnTo>
                  <a:cubicBezTo>
                    <a:pt x="34290" y="152552"/>
                    <a:pt x="0" y="118529"/>
                    <a:pt x="0" y="76410"/>
                  </a:cubicBezTo>
                  <a:cubicBezTo>
                    <a:pt x="0" y="34290"/>
                    <a:pt x="34290" y="0"/>
                    <a:pt x="76410" y="0"/>
                  </a:cubicBezTo>
                  <a:lnTo>
                    <a:pt x="1189882" y="0"/>
                  </a:lnTo>
                  <a:cubicBezTo>
                    <a:pt x="1232002" y="0"/>
                    <a:pt x="1266292" y="34290"/>
                    <a:pt x="1266292" y="76410"/>
                  </a:cubicBezTo>
                  <a:cubicBezTo>
                    <a:pt x="1266292" y="118529"/>
                    <a:pt x="1232002" y="152552"/>
                    <a:pt x="1189882" y="152552"/>
                  </a:cubicBez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en-CN" b="1" dirty="0">
                  <a:latin typeface="Comic Sans MS" panose="030F0902030302020204" pitchFamily="66" charset="0"/>
                </a:rPr>
                <a:t>Score</a:t>
              </a:r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E9174E57-D246-B177-9E11-FF7FE066907F}"/>
                </a:ext>
              </a:extLst>
            </p:cNvPr>
            <p:cNvSpPr/>
            <p:nvPr/>
          </p:nvSpPr>
          <p:spPr>
            <a:xfrm>
              <a:off x="3449915" y="4158716"/>
              <a:ext cx="728738" cy="152552"/>
            </a:xfrm>
            <a:custGeom>
              <a:avLst/>
              <a:gdLst>
                <a:gd name="connsiteX0" fmla="*/ 652596 w 728738"/>
                <a:gd name="connsiteY0" fmla="*/ 152552 h 152552"/>
                <a:gd name="connsiteX1" fmla="*/ 76143 w 728738"/>
                <a:gd name="connsiteY1" fmla="*/ 152552 h 152552"/>
                <a:gd name="connsiteX2" fmla="*/ 0 w 728738"/>
                <a:gd name="connsiteY2" fmla="*/ 76410 h 152552"/>
                <a:gd name="connsiteX3" fmla="*/ 76143 w 728738"/>
                <a:gd name="connsiteY3" fmla="*/ 0 h 152552"/>
                <a:gd name="connsiteX4" fmla="*/ 652596 w 728738"/>
                <a:gd name="connsiteY4" fmla="*/ 0 h 152552"/>
                <a:gd name="connsiteX5" fmla="*/ 728739 w 728738"/>
                <a:gd name="connsiteY5" fmla="*/ 76410 h 152552"/>
                <a:gd name="connsiteX6" fmla="*/ 652596 w 728738"/>
                <a:gd name="connsiteY6" fmla="*/ 152552 h 152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28738" h="152552">
                  <a:moveTo>
                    <a:pt x="652596" y="152552"/>
                  </a:moveTo>
                  <a:lnTo>
                    <a:pt x="76143" y="152552"/>
                  </a:lnTo>
                  <a:cubicBezTo>
                    <a:pt x="34023" y="152552"/>
                    <a:pt x="0" y="118529"/>
                    <a:pt x="0" y="76410"/>
                  </a:cubicBezTo>
                  <a:cubicBezTo>
                    <a:pt x="0" y="34290"/>
                    <a:pt x="34023" y="0"/>
                    <a:pt x="76143" y="0"/>
                  </a:cubicBezTo>
                  <a:lnTo>
                    <a:pt x="652596" y="0"/>
                  </a:lnTo>
                  <a:cubicBezTo>
                    <a:pt x="694715" y="0"/>
                    <a:pt x="728739" y="34290"/>
                    <a:pt x="728739" y="76410"/>
                  </a:cubicBezTo>
                  <a:cubicBezTo>
                    <a:pt x="728739" y="118529"/>
                    <a:pt x="694715" y="152552"/>
                    <a:pt x="652596" y="152552"/>
                  </a:cubicBezTo>
                  <a:close/>
                </a:path>
              </a:pathLst>
            </a:custGeom>
            <a:solidFill>
              <a:srgbClr val="03040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CN" dirty="0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BD69D2A4-1E63-ABE9-0BCC-AFC2C128C6E2}"/>
                </a:ext>
              </a:extLst>
            </p:cNvPr>
            <p:cNvSpPr/>
            <p:nvPr/>
          </p:nvSpPr>
          <p:spPr>
            <a:xfrm>
              <a:off x="3449915" y="4416320"/>
              <a:ext cx="728738" cy="152552"/>
            </a:xfrm>
            <a:custGeom>
              <a:avLst/>
              <a:gdLst>
                <a:gd name="connsiteX0" fmla="*/ 652596 w 728738"/>
                <a:gd name="connsiteY0" fmla="*/ 152552 h 152552"/>
                <a:gd name="connsiteX1" fmla="*/ 76143 w 728738"/>
                <a:gd name="connsiteY1" fmla="*/ 152552 h 152552"/>
                <a:gd name="connsiteX2" fmla="*/ 0 w 728738"/>
                <a:gd name="connsiteY2" fmla="*/ 76410 h 152552"/>
                <a:gd name="connsiteX3" fmla="*/ 76143 w 728738"/>
                <a:gd name="connsiteY3" fmla="*/ 0 h 152552"/>
                <a:gd name="connsiteX4" fmla="*/ 652596 w 728738"/>
                <a:gd name="connsiteY4" fmla="*/ 0 h 152552"/>
                <a:gd name="connsiteX5" fmla="*/ 728739 w 728738"/>
                <a:gd name="connsiteY5" fmla="*/ 76410 h 152552"/>
                <a:gd name="connsiteX6" fmla="*/ 652596 w 728738"/>
                <a:gd name="connsiteY6" fmla="*/ 152552 h 152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28738" h="152552">
                  <a:moveTo>
                    <a:pt x="652596" y="152552"/>
                  </a:moveTo>
                  <a:lnTo>
                    <a:pt x="76143" y="152552"/>
                  </a:lnTo>
                  <a:cubicBezTo>
                    <a:pt x="34023" y="152552"/>
                    <a:pt x="0" y="118529"/>
                    <a:pt x="0" y="76410"/>
                  </a:cubicBezTo>
                  <a:cubicBezTo>
                    <a:pt x="0" y="34290"/>
                    <a:pt x="34023" y="0"/>
                    <a:pt x="76143" y="0"/>
                  </a:cubicBezTo>
                  <a:lnTo>
                    <a:pt x="652596" y="0"/>
                  </a:lnTo>
                  <a:cubicBezTo>
                    <a:pt x="694715" y="0"/>
                    <a:pt x="728739" y="34290"/>
                    <a:pt x="728739" y="76410"/>
                  </a:cubicBezTo>
                  <a:cubicBezTo>
                    <a:pt x="728739" y="118529"/>
                    <a:pt x="694715" y="152552"/>
                    <a:pt x="652596" y="152552"/>
                  </a:cubicBezTo>
                  <a:close/>
                </a:path>
              </a:pathLst>
            </a:custGeom>
            <a:solidFill>
              <a:srgbClr val="03040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CN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A9ED59B4-8922-A0F1-D2D4-E4EABFB40854}"/>
                </a:ext>
              </a:extLst>
            </p:cNvPr>
            <p:cNvSpPr/>
            <p:nvPr/>
          </p:nvSpPr>
          <p:spPr>
            <a:xfrm>
              <a:off x="3449915" y="4669990"/>
              <a:ext cx="728738" cy="152552"/>
            </a:xfrm>
            <a:custGeom>
              <a:avLst/>
              <a:gdLst>
                <a:gd name="connsiteX0" fmla="*/ 652596 w 728738"/>
                <a:gd name="connsiteY0" fmla="*/ 152552 h 152552"/>
                <a:gd name="connsiteX1" fmla="*/ 76143 w 728738"/>
                <a:gd name="connsiteY1" fmla="*/ 152552 h 152552"/>
                <a:gd name="connsiteX2" fmla="*/ 0 w 728738"/>
                <a:gd name="connsiteY2" fmla="*/ 76410 h 152552"/>
                <a:gd name="connsiteX3" fmla="*/ 76143 w 728738"/>
                <a:gd name="connsiteY3" fmla="*/ 0 h 152552"/>
                <a:gd name="connsiteX4" fmla="*/ 652596 w 728738"/>
                <a:gd name="connsiteY4" fmla="*/ 0 h 152552"/>
                <a:gd name="connsiteX5" fmla="*/ 728739 w 728738"/>
                <a:gd name="connsiteY5" fmla="*/ 76410 h 152552"/>
                <a:gd name="connsiteX6" fmla="*/ 652596 w 728738"/>
                <a:gd name="connsiteY6" fmla="*/ 152552 h 152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28738" h="152552">
                  <a:moveTo>
                    <a:pt x="652596" y="152552"/>
                  </a:moveTo>
                  <a:lnTo>
                    <a:pt x="76143" y="152552"/>
                  </a:lnTo>
                  <a:cubicBezTo>
                    <a:pt x="34023" y="152552"/>
                    <a:pt x="0" y="118529"/>
                    <a:pt x="0" y="76410"/>
                  </a:cubicBezTo>
                  <a:cubicBezTo>
                    <a:pt x="0" y="34290"/>
                    <a:pt x="34023" y="0"/>
                    <a:pt x="76143" y="0"/>
                  </a:cubicBezTo>
                  <a:lnTo>
                    <a:pt x="652596" y="0"/>
                  </a:lnTo>
                  <a:cubicBezTo>
                    <a:pt x="694715" y="0"/>
                    <a:pt x="728739" y="34290"/>
                    <a:pt x="728739" y="76410"/>
                  </a:cubicBezTo>
                  <a:cubicBezTo>
                    <a:pt x="728739" y="118529"/>
                    <a:pt x="694715" y="152552"/>
                    <a:pt x="652596" y="152552"/>
                  </a:cubicBezTo>
                  <a:close/>
                </a:path>
              </a:pathLst>
            </a:custGeom>
            <a:solidFill>
              <a:srgbClr val="03040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CN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3D616FC0-CC39-CF13-F784-5584D6DD2024}"/>
                </a:ext>
              </a:extLst>
            </p:cNvPr>
            <p:cNvSpPr/>
            <p:nvPr/>
          </p:nvSpPr>
          <p:spPr>
            <a:xfrm>
              <a:off x="3449915" y="4927594"/>
              <a:ext cx="728738" cy="152552"/>
            </a:xfrm>
            <a:custGeom>
              <a:avLst/>
              <a:gdLst>
                <a:gd name="connsiteX0" fmla="*/ 652596 w 728738"/>
                <a:gd name="connsiteY0" fmla="*/ 152552 h 152552"/>
                <a:gd name="connsiteX1" fmla="*/ 76143 w 728738"/>
                <a:gd name="connsiteY1" fmla="*/ 152552 h 152552"/>
                <a:gd name="connsiteX2" fmla="*/ 0 w 728738"/>
                <a:gd name="connsiteY2" fmla="*/ 76410 h 152552"/>
                <a:gd name="connsiteX3" fmla="*/ 76143 w 728738"/>
                <a:gd name="connsiteY3" fmla="*/ 0 h 152552"/>
                <a:gd name="connsiteX4" fmla="*/ 652596 w 728738"/>
                <a:gd name="connsiteY4" fmla="*/ 0 h 152552"/>
                <a:gd name="connsiteX5" fmla="*/ 728739 w 728738"/>
                <a:gd name="connsiteY5" fmla="*/ 76410 h 152552"/>
                <a:gd name="connsiteX6" fmla="*/ 652596 w 728738"/>
                <a:gd name="connsiteY6" fmla="*/ 152552 h 152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28738" h="152552">
                  <a:moveTo>
                    <a:pt x="652596" y="152552"/>
                  </a:moveTo>
                  <a:lnTo>
                    <a:pt x="76143" y="152552"/>
                  </a:lnTo>
                  <a:cubicBezTo>
                    <a:pt x="34023" y="152552"/>
                    <a:pt x="0" y="118529"/>
                    <a:pt x="0" y="76410"/>
                  </a:cubicBezTo>
                  <a:cubicBezTo>
                    <a:pt x="0" y="34290"/>
                    <a:pt x="34023" y="0"/>
                    <a:pt x="76143" y="0"/>
                  </a:cubicBezTo>
                  <a:lnTo>
                    <a:pt x="652596" y="0"/>
                  </a:lnTo>
                  <a:cubicBezTo>
                    <a:pt x="694715" y="0"/>
                    <a:pt x="728739" y="34290"/>
                    <a:pt x="728739" y="76410"/>
                  </a:cubicBezTo>
                  <a:cubicBezTo>
                    <a:pt x="728739" y="118529"/>
                    <a:pt x="694715" y="152552"/>
                    <a:pt x="652596" y="152552"/>
                  </a:cubicBezTo>
                  <a:close/>
                </a:path>
              </a:pathLst>
            </a:custGeom>
            <a:solidFill>
              <a:srgbClr val="03040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CN" dirty="0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70710093-CD1D-C0A5-E2B2-120EAF4B1629}"/>
                </a:ext>
              </a:extLst>
            </p:cNvPr>
            <p:cNvSpPr/>
            <p:nvPr/>
          </p:nvSpPr>
          <p:spPr>
            <a:xfrm>
              <a:off x="5252189" y="3638395"/>
              <a:ext cx="152552" cy="1827904"/>
            </a:xfrm>
            <a:custGeom>
              <a:avLst/>
              <a:gdLst>
                <a:gd name="connsiteX0" fmla="*/ 76410 w 152552"/>
                <a:gd name="connsiteY0" fmla="*/ 1827905 h 1827904"/>
                <a:gd name="connsiteX1" fmla="*/ 0 w 152552"/>
                <a:gd name="connsiteY1" fmla="*/ 1751762 h 1827904"/>
                <a:gd name="connsiteX2" fmla="*/ 0 w 152552"/>
                <a:gd name="connsiteY2" fmla="*/ 76410 h 1827904"/>
                <a:gd name="connsiteX3" fmla="*/ 76410 w 152552"/>
                <a:gd name="connsiteY3" fmla="*/ 0 h 1827904"/>
                <a:gd name="connsiteX4" fmla="*/ 152552 w 152552"/>
                <a:gd name="connsiteY4" fmla="*/ 76410 h 1827904"/>
                <a:gd name="connsiteX5" fmla="*/ 152552 w 152552"/>
                <a:gd name="connsiteY5" fmla="*/ 1751762 h 1827904"/>
                <a:gd name="connsiteX6" fmla="*/ 76410 w 152552"/>
                <a:gd name="connsiteY6" fmla="*/ 1827905 h 1827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552" h="1827904">
                  <a:moveTo>
                    <a:pt x="76410" y="1827905"/>
                  </a:moveTo>
                  <a:cubicBezTo>
                    <a:pt x="34290" y="1827905"/>
                    <a:pt x="0" y="1793881"/>
                    <a:pt x="0" y="1751762"/>
                  </a:cubicBezTo>
                  <a:lnTo>
                    <a:pt x="0" y="76410"/>
                  </a:lnTo>
                  <a:cubicBezTo>
                    <a:pt x="0" y="34290"/>
                    <a:pt x="34290" y="0"/>
                    <a:pt x="76410" y="0"/>
                  </a:cubicBezTo>
                  <a:cubicBezTo>
                    <a:pt x="118529" y="0"/>
                    <a:pt x="152552" y="34290"/>
                    <a:pt x="152552" y="76410"/>
                  </a:cubicBezTo>
                  <a:lnTo>
                    <a:pt x="152552" y="1751762"/>
                  </a:lnTo>
                  <a:cubicBezTo>
                    <a:pt x="152552" y="1793881"/>
                    <a:pt x="118529" y="1827905"/>
                    <a:pt x="76410" y="1827905"/>
                  </a:cubicBezTo>
                  <a:close/>
                </a:path>
              </a:pathLst>
            </a:custGeom>
            <a:solidFill>
              <a:srgbClr val="03040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CN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B7AB1EB9-3A24-D2F2-7CDD-EC114061EA6E}"/>
                </a:ext>
              </a:extLst>
            </p:cNvPr>
            <p:cNvSpPr/>
            <p:nvPr/>
          </p:nvSpPr>
          <p:spPr>
            <a:xfrm>
              <a:off x="5263652" y="3128974"/>
              <a:ext cx="152552" cy="668254"/>
            </a:xfrm>
            <a:custGeom>
              <a:avLst/>
              <a:gdLst>
                <a:gd name="connsiteX0" fmla="*/ 76410 w 152552"/>
                <a:gd name="connsiteY0" fmla="*/ 668255 h 668254"/>
                <a:gd name="connsiteX1" fmla="*/ 0 w 152552"/>
                <a:gd name="connsiteY1" fmla="*/ 592112 h 668254"/>
                <a:gd name="connsiteX2" fmla="*/ 0 w 152552"/>
                <a:gd name="connsiteY2" fmla="*/ 76410 h 668254"/>
                <a:gd name="connsiteX3" fmla="*/ 76410 w 152552"/>
                <a:gd name="connsiteY3" fmla="*/ 0 h 668254"/>
                <a:gd name="connsiteX4" fmla="*/ 152552 w 152552"/>
                <a:gd name="connsiteY4" fmla="*/ 76410 h 668254"/>
                <a:gd name="connsiteX5" fmla="*/ 152552 w 152552"/>
                <a:gd name="connsiteY5" fmla="*/ 592112 h 668254"/>
                <a:gd name="connsiteX6" fmla="*/ 76410 w 152552"/>
                <a:gd name="connsiteY6" fmla="*/ 668255 h 668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552" h="668254">
                  <a:moveTo>
                    <a:pt x="76410" y="668255"/>
                  </a:moveTo>
                  <a:cubicBezTo>
                    <a:pt x="34290" y="668255"/>
                    <a:pt x="0" y="634232"/>
                    <a:pt x="0" y="592112"/>
                  </a:cubicBezTo>
                  <a:lnTo>
                    <a:pt x="0" y="76410"/>
                  </a:lnTo>
                  <a:cubicBezTo>
                    <a:pt x="0" y="34290"/>
                    <a:pt x="34290" y="0"/>
                    <a:pt x="76410" y="0"/>
                  </a:cubicBezTo>
                  <a:cubicBezTo>
                    <a:pt x="118529" y="0"/>
                    <a:pt x="152552" y="34290"/>
                    <a:pt x="152552" y="76410"/>
                  </a:cubicBezTo>
                  <a:lnTo>
                    <a:pt x="152552" y="592112"/>
                  </a:lnTo>
                  <a:cubicBezTo>
                    <a:pt x="152552" y="634232"/>
                    <a:pt x="118529" y="668255"/>
                    <a:pt x="76410" y="668255"/>
                  </a:cubicBezTo>
                  <a:close/>
                </a:path>
              </a:pathLst>
            </a:custGeom>
            <a:solidFill>
              <a:srgbClr val="03040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CN" dirty="0"/>
            </a:p>
          </p:txBody>
        </p:sp>
      </p:grpSp>
    </p:spTree>
    <p:extLst>
      <p:ext uri="{BB962C8B-B14F-4D97-AF65-F5344CB8AC3E}">
        <p14:creationId xmlns:p14="http://schemas.microsoft.com/office/powerpoint/2010/main" val="522327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3794</TotalTime>
  <Words>17</Words>
  <Application>Microsoft Macintosh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Comic Sans MS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 Li</dc:creator>
  <cp:lastModifiedBy>Xiao Li</cp:lastModifiedBy>
  <cp:revision>1</cp:revision>
  <dcterms:created xsi:type="dcterms:W3CDTF">2025-07-25T16:52:53Z</dcterms:created>
  <dcterms:modified xsi:type="dcterms:W3CDTF">2025-07-28T08:07:27Z</dcterms:modified>
</cp:coreProperties>
</file>